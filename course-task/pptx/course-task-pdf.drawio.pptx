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</p:sldIdLst>
  <p:sldSz cx="10693400" cy="7556500"/>
  <p:notesSz cx="10693400" cy="7556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260"/>
            <a:ext cx="9624060" cy="1209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60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09203" y="4013337"/>
            <a:ext cx="872490" cy="349250"/>
          </a:xfrm>
          <a:prstGeom prst="rect">
            <a:avLst/>
          </a:prstGeom>
          <a:ln w="8721">
            <a:solidFill>
              <a:srgbClr val="000000"/>
            </a:solidFill>
          </a:ln>
        </p:spPr>
        <p:txBody>
          <a:bodyPr wrap="square" lIns="0" tIns="102870" rIns="0" bIns="0" rtlCol="0" vert="horz">
            <a:spAutoFit/>
          </a:bodyPr>
          <a:lstStyle/>
          <a:p>
            <a:pPr marL="259079">
              <a:lnSpc>
                <a:spcPct val="100000"/>
              </a:lnSpc>
              <a:spcBef>
                <a:spcPts val="810"/>
              </a:spcBef>
            </a:pPr>
            <a:r>
              <a:rPr dirty="0" sz="800" spc="-10">
                <a:latin typeface="Arial"/>
                <a:cs typeface="Arial"/>
              </a:rPr>
              <a:t>Клиент</a:t>
            </a:r>
            <a:endParaRPr sz="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46730" y="5618121"/>
            <a:ext cx="872490" cy="314325"/>
          </a:xfrm>
          <a:prstGeom prst="rect">
            <a:avLst/>
          </a:prstGeom>
          <a:ln w="8721">
            <a:solidFill>
              <a:srgbClr val="000000"/>
            </a:solidFill>
          </a:ln>
        </p:spPr>
        <p:txBody>
          <a:bodyPr wrap="square" lIns="0" tIns="15875" rIns="0" bIns="0" rtlCol="0" vert="horz">
            <a:spAutoFit/>
          </a:bodyPr>
          <a:lstStyle/>
          <a:p>
            <a:pPr marL="211454" marR="116839" indent="-95885">
              <a:lnSpc>
                <a:spcPct val="1073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Транспорное средство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46730" y="2269007"/>
            <a:ext cx="872490" cy="349250"/>
          </a:xfrm>
          <a:prstGeom prst="rect">
            <a:avLst/>
          </a:prstGeom>
          <a:ln w="8721">
            <a:solidFill>
              <a:srgbClr val="000000"/>
            </a:solidFill>
          </a:ln>
        </p:spPr>
        <p:txBody>
          <a:bodyPr wrap="square" lIns="0" tIns="102870" rIns="0" bIns="0" rtlCol="0" vert="horz">
            <a:spAutoFit/>
          </a:bodyPr>
          <a:lstStyle/>
          <a:p>
            <a:pPr marL="36830">
              <a:lnSpc>
                <a:spcPct val="100000"/>
              </a:lnSpc>
              <a:spcBef>
                <a:spcPts val="810"/>
              </a:spcBef>
            </a:pPr>
            <a:r>
              <a:rPr dirty="0" sz="800" spc="-10">
                <a:latin typeface="Arial"/>
                <a:cs typeface="Arial"/>
              </a:rPr>
              <a:t>Автомастерская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4254" y="3446430"/>
            <a:ext cx="872490" cy="349250"/>
          </a:xfrm>
          <a:prstGeom prst="rect">
            <a:avLst/>
          </a:prstGeom>
          <a:ln w="8721">
            <a:solidFill>
              <a:srgbClr val="000000"/>
            </a:solidFill>
          </a:ln>
        </p:spPr>
        <p:txBody>
          <a:bodyPr wrap="square" lIns="0" tIns="102870" rIns="0" bIns="0" rtlCol="0" vert="horz">
            <a:spAutoFit/>
          </a:bodyPr>
          <a:lstStyle/>
          <a:p>
            <a:pPr marL="205104">
              <a:lnSpc>
                <a:spcPct val="100000"/>
              </a:lnSpc>
              <a:spcBef>
                <a:spcPts val="810"/>
              </a:spcBef>
            </a:pPr>
            <a:r>
              <a:rPr dirty="0" sz="800" spc="-10">
                <a:latin typeface="Arial"/>
                <a:cs typeface="Arial"/>
              </a:rPr>
              <a:t>Личность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89616" y="4498959"/>
            <a:ext cx="872490" cy="349250"/>
          </a:xfrm>
          <a:custGeom>
            <a:avLst/>
            <a:gdLst/>
            <a:ahLst/>
            <a:cxnLst/>
            <a:rect l="l" t="t" r="r" b="b"/>
            <a:pathLst>
              <a:path w="872489" h="349250">
                <a:moveTo>
                  <a:pt x="0" y="0"/>
                </a:moveTo>
                <a:lnTo>
                  <a:pt x="872165" y="0"/>
                </a:lnTo>
                <a:lnTo>
                  <a:pt x="872165" y="348866"/>
                </a:lnTo>
                <a:lnTo>
                  <a:pt x="0" y="348866"/>
                </a:lnTo>
                <a:lnTo>
                  <a:pt x="0" y="0"/>
                </a:lnTo>
                <a:close/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093977" y="4589349"/>
            <a:ext cx="8636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7272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Сотрудник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50543" y="5182039"/>
            <a:ext cx="872490" cy="349250"/>
          </a:xfrm>
          <a:custGeom>
            <a:avLst/>
            <a:gdLst/>
            <a:ahLst/>
            <a:cxnLst/>
            <a:rect l="l" t="t" r="r" b="b"/>
            <a:pathLst>
              <a:path w="872489" h="349250">
                <a:moveTo>
                  <a:pt x="0" y="0"/>
                </a:moveTo>
                <a:lnTo>
                  <a:pt x="872165" y="0"/>
                </a:lnTo>
                <a:lnTo>
                  <a:pt x="872165" y="348866"/>
                </a:lnTo>
                <a:lnTo>
                  <a:pt x="0" y="348866"/>
                </a:lnTo>
                <a:lnTo>
                  <a:pt x="0" y="0"/>
                </a:lnTo>
                <a:close/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654904" y="5269638"/>
            <a:ext cx="8636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45745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Мастер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650543" y="4711070"/>
            <a:ext cx="872490" cy="349250"/>
          </a:xfrm>
          <a:custGeom>
            <a:avLst/>
            <a:gdLst/>
            <a:ahLst/>
            <a:cxnLst/>
            <a:rect l="l" t="t" r="r" b="b"/>
            <a:pathLst>
              <a:path w="872489" h="349250">
                <a:moveTo>
                  <a:pt x="0" y="0"/>
                </a:moveTo>
                <a:lnTo>
                  <a:pt x="872165" y="0"/>
                </a:lnTo>
                <a:lnTo>
                  <a:pt x="872165" y="348866"/>
                </a:lnTo>
                <a:lnTo>
                  <a:pt x="0" y="348866"/>
                </a:lnTo>
                <a:lnTo>
                  <a:pt x="0" y="0"/>
                </a:lnTo>
                <a:close/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841575" y="4798668"/>
            <a:ext cx="48133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Директор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032593" y="3485593"/>
            <a:ext cx="3497579" cy="1448435"/>
            <a:chOff x="1032593" y="3485593"/>
            <a:chExt cx="3497579" cy="1448435"/>
          </a:xfrm>
        </p:grpSpPr>
        <p:sp>
          <p:nvSpPr>
            <p:cNvPr id="13" name="object 13"/>
            <p:cNvSpPr/>
            <p:nvPr/>
          </p:nvSpPr>
          <p:spPr>
            <a:xfrm>
              <a:off x="2345285" y="3490038"/>
              <a:ext cx="2180590" cy="1009015"/>
            </a:xfrm>
            <a:custGeom>
              <a:avLst/>
              <a:gdLst/>
              <a:ahLst/>
              <a:cxnLst/>
              <a:rect l="l" t="t" r="r" b="b"/>
              <a:pathLst>
                <a:path w="2180590" h="1009014">
                  <a:moveTo>
                    <a:pt x="1046598" y="0"/>
                  </a:moveTo>
                  <a:lnTo>
                    <a:pt x="0" y="523299"/>
                  </a:lnTo>
                </a:path>
                <a:path w="2180590" h="1009014">
                  <a:moveTo>
                    <a:pt x="1046598" y="0"/>
                  </a:moveTo>
                  <a:lnTo>
                    <a:pt x="2180413" y="1008920"/>
                  </a:lnTo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037038" y="4580245"/>
              <a:ext cx="872490" cy="349250"/>
            </a:xfrm>
            <a:custGeom>
              <a:avLst/>
              <a:gdLst/>
              <a:ahLst/>
              <a:cxnLst/>
              <a:rect l="l" t="t" r="r" b="b"/>
              <a:pathLst>
                <a:path w="872489" h="349250">
                  <a:moveTo>
                    <a:pt x="872165" y="174433"/>
                  </a:moveTo>
                  <a:lnTo>
                    <a:pt x="872165" y="180146"/>
                  </a:lnTo>
                  <a:lnTo>
                    <a:pt x="871465" y="185845"/>
                  </a:lnTo>
                  <a:lnTo>
                    <a:pt x="870065" y="191530"/>
                  </a:lnTo>
                  <a:lnTo>
                    <a:pt x="868665" y="197216"/>
                  </a:lnTo>
                  <a:lnTo>
                    <a:pt x="866572" y="202860"/>
                  </a:lnTo>
                  <a:lnTo>
                    <a:pt x="863785" y="208463"/>
                  </a:lnTo>
                  <a:lnTo>
                    <a:pt x="860999" y="214066"/>
                  </a:lnTo>
                  <a:lnTo>
                    <a:pt x="838970" y="241185"/>
                  </a:lnTo>
                  <a:lnTo>
                    <a:pt x="833504" y="246463"/>
                  </a:lnTo>
                  <a:lnTo>
                    <a:pt x="798671" y="271342"/>
                  </a:lnTo>
                  <a:lnTo>
                    <a:pt x="759198" y="291575"/>
                  </a:lnTo>
                  <a:lnTo>
                    <a:pt x="720922" y="306514"/>
                  </a:lnTo>
                  <a:lnTo>
                    <a:pt x="678357" y="319467"/>
                  </a:lnTo>
                  <a:lnTo>
                    <a:pt x="632147" y="330240"/>
                  </a:lnTo>
                  <a:lnTo>
                    <a:pt x="593023" y="337177"/>
                  </a:lnTo>
                  <a:lnTo>
                    <a:pt x="552388" y="342547"/>
                  </a:lnTo>
                  <a:lnTo>
                    <a:pt x="510632" y="346298"/>
                  </a:lnTo>
                  <a:lnTo>
                    <a:pt x="468159" y="348393"/>
                  </a:lnTo>
                  <a:lnTo>
                    <a:pt x="436082" y="348866"/>
                  </a:lnTo>
                  <a:lnTo>
                    <a:pt x="425377" y="348813"/>
                  </a:lnTo>
                  <a:lnTo>
                    <a:pt x="382698" y="347554"/>
                  </a:lnTo>
                  <a:lnTo>
                    <a:pt x="340533" y="344627"/>
                  </a:lnTo>
                  <a:lnTo>
                    <a:pt x="299288" y="340061"/>
                  </a:lnTo>
                  <a:lnTo>
                    <a:pt x="259360" y="333899"/>
                  </a:lnTo>
                  <a:lnTo>
                    <a:pt x="221135" y="326203"/>
                  </a:lnTo>
                  <a:lnTo>
                    <a:pt x="176308" y="314538"/>
                  </a:lnTo>
                  <a:lnTo>
                    <a:pt x="135388" y="300766"/>
                  </a:lnTo>
                  <a:lnTo>
                    <a:pt x="98986" y="285092"/>
                  </a:lnTo>
                  <a:lnTo>
                    <a:pt x="62041" y="264109"/>
                  </a:lnTo>
                  <a:lnTo>
                    <a:pt x="33194" y="241185"/>
                  </a:lnTo>
                  <a:lnTo>
                    <a:pt x="27729" y="235907"/>
                  </a:lnTo>
                  <a:lnTo>
                    <a:pt x="8379" y="208463"/>
                  </a:lnTo>
                  <a:lnTo>
                    <a:pt x="5592" y="202860"/>
                  </a:lnTo>
                  <a:lnTo>
                    <a:pt x="3499" y="197216"/>
                  </a:lnTo>
                  <a:lnTo>
                    <a:pt x="2099" y="191530"/>
                  </a:lnTo>
                  <a:lnTo>
                    <a:pt x="699" y="185845"/>
                  </a:lnTo>
                  <a:lnTo>
                    <a:pt x="0" y="180146"/>
                  </a:lnTo>
                  <a:lnTo>
                    <a:pt x="0" y="174433"/>
                  </a:lnTo>
                  <a:lnTo>
                    <a:pt x="0" y="168719"/>
                  </a:lnTo>
                  <a:lnTo>
                    <a:pt x="699" y="163020"/>
                  </a:lnTo>
                  <a:lnTo>
                    <a:pt x="2099" y="157335"/>
                  </a:lnTo>
                  <a:lnTo>
                    <a:pt x="3499" y="151649"/>
                  </a:lnTo>
                  <a:lnTo>
                    <a:pt x="22923" y="118330"/>
                  </a:lnTo>
                  <a:lnTo>
                    <a:pt x="51492" y="92205"/>
                  </a:lnTo>
                  <a:lnTo>
                    <a:pt x="85817" y="70523"/>
                  </a:lnTo>
                  <a:lnTo>
                    <a:pt x="120248" y="54155"/>
                  </a:lnTo>
                  <a:lnTo>
                    <a:pt x="159434" y="39594"/>
                  </a:lnTo>
                  <a:lnTo>
                    <a:pt x="202782" y="27061"/>
                  </a:lnTo>
                  <a:lnTo>
                    <a:pt x="240017" y="18624"/>
                  </a:lnTo>
                  <a:lnTo>
                    <a:pt x="279141" y="11687"/>
                  </a:lnTo>
                  <a:lnTo>
                    <a:pt x="319776" y="6318"/>
                  </a:lnTo>
                  <a:lnTo>
                    <a:pt x="361532" y="2567"/>
                  </a:lnTo>
                  <a:lnTo>
                    <a:pt x="404005" y="472"/>
                  </a:lnTo>
                  <a:lnTo>
                    <a:pt x="436082" y="0"/>
                  </a:lnTo>
                  <a:lnTo>
                    <a:pt x="446787" y="52"/>
                  </a:lnTo>
                  <a:lnTo>
                    <a:pt x="489467" y="1312"/>
                  </a:lnTo>
                  <a:lnTo>
                    <a:pt x="531631" y="4238"/>
                  </a:lnTo>
                  <a:lnTo>
                    <a:pt x="572876" y="8804"/>
                  </a:lnTo>
                  <a:lnTo>
                    <a:pt x="612804" y="14965"/>
                  </a:lnTo>
                  <a:lnTo>
                    <a:pt x="651029" y="22661"/>
                  </a:lnTo>
                  <a:lnTo>
                    <a:pt x="695856" y="34327"/>
                  </a:lnTo>
                  <a:lnTo>
                    <a:pt x="736776" y="48099"/>
                  </a:lnTo>
                  <a:lnTo>
                    <a:pt x="773178" y="63773"/>
                  </a:lnTo>
                  <a:lnTo>
                    <a:pt x="810123" y="84756"/>
                  </a:lnTo>
                  <a:lnTo>
                    <a:pt x="838970" y="107680"/>
                  </a:lnTo>
                  <a:lnTo>
                    <a:pt x="844435" y="112958"/>
                  </a:lnTo>
                  <a:lnTo>
                    <a:pt x="866572" y="146005"/>
                  </a:lnTo>
                  <a:lnTo>
                    <a:pt x="870065" y="157335"/>
                  </a:lnTo>
                  <a:lnTo>
                    <a:pt x="871465" y="163020"/>
                  </a:lnTo>
                  <a:lnTo>
                    <a:pt x="872165" y="168719"/>
                  </a:lnTo>
                  <a:lnTo>
                    <a:pt x="872165" y="174433"/>
                  </a:lnTo>
                  <a:close/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198907" y="4667844"/>
            <a:ext cx="53975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8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№</a:t>
            </a:r>
            <a:r>
              <a:rPr dirty="0" u="sng" sz="800" spc="3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8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снилса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468675" y="2875077"/>
            <a:ext cx="5154930" cy="1710055"/>
            <a:chOff x="1468675" y="2875077"/>
            <a:chExt cx="5154930" cy="1710055"/>
          </a:xfrm>
        </p:grpSpPr>
        <p:sp>
          <p:nvSpPr>
            <p:cNvPr id="17" name="object 17"/>
            <p:cNvSpPr/>
            <p:nvPr/>
          </p:nvSpPr>
          <p:spPr>
            <a:xfrm>
              <a:off x="1473120" y="3795296"/>
              <a:ext cx="87630" cy="785495"/>
            </a:xfrm>
            <a:custGeom>
              <a:avLst/>
              <a:gdLst/>
              <a:ahLst/>
              <a:cxnLst/>
              <a:rect l="l" t="t" r="r" b="b"/>
              <a:pathLst>
                <a:path w="87630" h="785495">
                  <a:moveTo>
                    <a:pt x="0" y="784948"/>
                  </a:moveTo>
                  <a:lnTo>
                    <a:pt x="87216" y="0"/>
                  </a:lnTo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746730" y="2879522"/>
              <a:ext cx="872490" cy="349250"/>
            </a:xfrm>
            <a:custGeom>
              <a:avLst/>
              <a:gdLst/>
              <a:ahLst/>
              <a:cxnLst/>
              <a:rect l="l" t="t" r="r" b="b"/>
              <a:pathLst>
                <a:path w="872490" h="349250">
                  <a:moveTo>
                    <a:pt x="872165" y="174433"/>
                  </a:moveTo>
                  <a:lnTo>
                    <a:pt x="872165" y="180145"/>
                  </a:lnTo>
                  <a:lnTo>
                    <a:pt x="871465" y="185845"/>
                  </a:lnTo>
                  <a:lnTo>
                    <a:pt x="870065" y="191530"/>
                  </a:lnTo>
                  <a:lnTo>
                    <a:pt x="868666" y="197215"/>
                  </a:lnTo>
                  <a:lnTo>
                    <a:pt x="866573" y="202860"/>
                  </a:lnTo>
                  <a:lnTo>
                    <a:pt x="863786" y="208463"/>
                  </a:lnTo>
                  <a:lnTo>
                    <a:pt x="860999" y="214066"/>
                  </a:lnTo>
                  <a:lnTo>
                    <a:pt x="838970" y="241185"/>
                  </a:lnTo>
                  <a:lnTo>
                    <a:pt x="833504" y="246463"/>
                  </a:lnTo>
                  <a:lnTo>
                    <a:pt x="798672" y="271342"/>
                  </a:lnTo>
                  <a:lnTo>
                    <a:pt x="759199" y="291575"/>
                  </a:lnTo>
                  <a:lnTo>
                    <a:pt x="720922" y="306514"/>
                  </a:lnTo>
                  <a:lnTo>
                    <a:pt x="678356" y="319468"/>
                  </a:lnTo>
                  <a:lnTo>
                    <a:pt x="632147" y="330241"/>
                  </a:lnTo>
                  <a:lnTo>
                    <a:pt x="593023" y="337178"/>
                  </a:lnTo>
                  <a:lnTo>
                    <a:pt x="552388" y="342547"/>
                  </a:lnTo>
                  <a:lnTo>
                    <a:pt x="510633" y="346298"/>
                  </a:lnTo>
                  <a:lnTo>
                    <a:pt x="468159" y="348393"/>
                  </a:lnTo>
                  <a:lnTo>
                    <a:pt x="436082" y="348866"/>
                  </a:lnTo>
                  <a:lnTo>
                    <a:pt x="425377" y="348813"/>
                  </a:lnTo>
                  <a:lnTo>
                    <a:pt x="382698" y="347554"/>
                  </a:lnTo>
                  <a:lnTo>
                    <a:pt x="340533" y="344627"/>
                  </a:lnTo>
                  <a:lnTo>
                    <a:pt x="299288" y="340061"/>
                  </a:lnTo>
                  <a:lnTo>
                    <a:pt x="259360" y="333900"/>
                  </a:lnTo>
                  <a:lnTo>
                    <a:pt x="221135" y="326204"/>
                  </a:lnTo>
                  <a:lnTo>
                    <a:pt x="176307" y="314538"/>
                  </a:lnTo>
                  <a:lnTo>
                    <a:pt x="135387" y="300766"/>
                  </a:lnTo>
                  <a:lnTo>
                    <a:pt x="98986" y="285092"/>
                  </a:lnTo>
                  <a:lnTo>
                    <a:pt x="62041" y="264109"/>
                  </a:lnTo>
                  <a:lnTo>
                    <a:pt x="33194" y="241185"/>
                  </a:lnTo>
                  <a:lnTo>
                    <a:pt x="27728" y="235907"/>
                  </a:lnTo>
                  <a:lnTo>
                    <a:pt x="5592" y="202860"/>
                  </a:lnTo>
                  <a:lnTo>
                    <a:pt x="2100" y="191530"/>
                  </a:lnTo>
                  <a:lnTo>
                    <a:pt x="699" y="185845"/>
                  </a:lnTo>
                  <a:lnTo>
                    <a:pt x="0" y="180145"/>
                  </a:lnTo>
                  <a:lnTo>
                    <a:pt x="0" y="174433"/>
                  </a:lnTo>
                  <a:lnTo>
                    <a:pt x="0" y="168720"/>
                  </a:lnTo>
                  <a:lnTo>
                    <a:pt x="699" y="163021"/>
                  </a:lnTo>
                  <a:lnTo>
                    <a:pt x="2100" y="157335"/>
                  </a:lnTo>
                  <a:lnTo>
                    <a:pt x="3500" y="151650"/>
                  </a:lnTo>
                  <a:lnTo>
                    <a:pt x="22923" y="118330"/>
                  </a:lnTo>
                  <a:lnTo>
                    <a:pt x="51492" y="92206"/>
                  </a:lnTo>
                  <a:lnTo>
                    <a:pt x="85817" y="70523"/>
                  </a:lnTo>
                  <a:lnTo>
                    <a:pt x="120248" y="54155"/>
                  </a:lnTo>
                  <a:lnTo>
                    <a:pt x="159434" y="39594"/>
                  </a:lnTo>
                  <a:lnTo>
                    <a:pt x="202781" y="27061"/>
                  </a:lnTo>
                  <a:lnTo>
                    <a:pt x="240017" y="18624"/>
                  </a:lnTo>
                  <a:lnTo>
                    <a:pt x="279141" y="11687"/>
                  </a:lnTo>
                  <a:lnTo>
                    <a:pt x="319777" y="6318"/>
                  </a:lnTo>
                  <a:lnTo>
                    <a:pt x="361532" y="2567"/>
                  </a:lnTo>
                  <a:lnTo>
                    <a:pt x="404006" y="472"/>
                  </a:lnTo>
                  <a:lnTo>
                    <a:pt x="436082" y="0"/>
                  </a:lnTo>
                  <a:lnTo>
                    <a:pt x="446787" y="52"/>
                  </a:lnTo>
                  <a:lnTo>
                    <a:pt x="489467" y="1312"/>
                  </a:lnTo>
                  <a:lnTo>
                    <a:pt x="531632" y="4238"/>
                  </a:lnTo>
                  <a:lnTo>
                    <a:pt x="572876" y="8804"/>
                  </a:lnTo>
                  <a:lnTo>
                    <a:pt x="612803" y="14965"/>
                  </a:lnTo>
                  <a:lnTo>
                    <a:pt x="651029" y="22661"/>
                  </a:lnTo>
                  <a:lnTo>
                    <a:pt x="695856" y="34326"/>
                  </a:lnTo>
                  <a:lnTo>
                    <a:pt x="736777" y="48099"/>
                  </a:lnTo>
                  <a:lnTo>
                    <a:pt x="773178" y="63774"/>
                  </a:lnTo>
                  <a:lnTo>
                    <a:pt x="810123" y="84756"/>
                  </a:lnTo>
                  <a:lnTo>
                    <a:pt x="838969" y="107680"/>
                  </a:lnTo>
                  <a:lnTo>
                    <a:pt x="844435" y="112958"/>
                  </a:lnTo>
                  <a:lnTo>
                    <a:pt x="863785" y="140402"/>
                  </a:lnTo>
                  <a:lnTo>
                    <a:pt x="866572" y="146005"/>
                  </a:lnTo>
                  <a:lnTo>
                    <a:pt x="868666" y="151650"/>
                  </a:lnTo>
                  <a:lnTo>
                    <a:pt x="870065" y="157335"/>
                  </a:lnTo>
                  <a:lnTo>
                    <a:pt x="871465" y="163021"/>
                  </a:lnTo>
                  <a:lnTo>
                    <a:pt x="872165" y="168720"/>
                  </a:lnTo>
                  <a:lnTo>
                    <a:pt x="872165" y="174433"/>
                  </a:lnTo>
                  <a:close/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5918684" y="2967121"/>
            <a:ext cx="51943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8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Название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003934" y="2613428"/>
            <a:ext cx="881380" cy="2922270"/>
            <a:chOff x="6003934" y="2613428"/>
            <a:chExt cx="881380" cy="2922270"/>
          </a:xfrm>
        </p:grpSpPr>
        <p:sp>
          <p:nvSpPr>
            <p:cNvPr id="21" name="object 21"/>
            <p:cNvSpPr/>
            <p:nvPr/>
          </p:nvSpPr>
          <p:spPr>
            <a:xfrm>
              <a:off x="6182812" y="2617873"/>
              <a:ext cx="0" cy="262255"/>
            </a:xfrm>
            <a:custGeom>
              <a:avLst/>
              <a:gdLst/>
              <a:ahLst/>
              <a:cxnLst/>
              <a:rect l="l" t="t" r="r" b="b"/>
              <a:pathLst>
                <a:path w="0" h="262255">
                  <a:moveTo>
                    <a:pt x="0" y="0"/>
                  </a:moveTo>
                  <a:lnTo>
                    <a:pt x="0" y="261649"/>
                  </a:lnTo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008379" y="5182039"/>
              <a:ext cx="872490" cy="349250"/>
            </a:xfrm>
            <a:custGeom>
              <a:avLst/>
              <a:gdLst/>
              <a:ahLst/>
              <a:cxnLst/>
              <a:rect l="l" t="t" r="r" b="b"/>
              <a:pathLst>
                <a:path w="872490" h="349250">
                  <a:moveTo>
                    <a:pt x="872165" y="174433"/>
                  </a:moveTo>
                  <a:lnTo>
                    <a:pt x="872165" y="180146"/>
                  </a:lnTo>
                  <a:lnTo>
                    <a:pt x="871465" y="185845"/>
                  </a:lnTo>
                  <a:lnTo>
                    <a:pt x="870065" y="191530"/>
                  </a:lnTo>
                  <a:lnTo>
                    <a:pt x="868665" y="197216"/>
                  </a:lnTo>
                  <a:lnTo>
                    <a:pt x="866572" y="202860"/>
                  </a:lnTo>
                  <a:lnTo>
                    <a:pt x="863785" y="208463"/>
                  </a:lnTo>
                  <a:lnTo>
                    <a:pt x="860999" y="214066"/>
                  </a:lnTo>
                  <a:lnTo>
                    <a:pt x="857533" y="219601"/>
                  </a:lnTo>
                  <a:lnTo>
                    <a:pt x="853386" y="225067"/>
                  </a:lnTo>
                  <a:lnTo>
                    <a:pt x="849240" y="230535"/>
                  </a:lnTo>
                  <a:lnTo>
                    <a:pt x="820671" y="256660"/>
                  </a:lnTo>
                  <a:lnTo>
                    <a:pt x="786347" y="278342"/>
                  </a:lnTo>
                  <a:lnTo>
                    <a:pt x="751916" y="294710"/>
                  </a:lnTo>
                  <a:lnTo>
                    <a:pt x="712729" y="309271"/>
                  </a:lnTo>
                  <a:lnTo>
                    <a:pt x="669382" y="321803"/>
                  </a:lnTo>
                  <a:lnTo>
                    <a:pt x="632146" y="330240"/>
                  </a:lnTo>
                  <a:lnTo>
                    <a:pt x="593023" y="337177"/>
                  </a:lnTo>
                  <a:lnTo>
                    <a:pt x="552387" y="342547"/>
                  </a:lnTo>
                  <a:lnTo>
                    <a:pt x="510632" y="346298"/>
                  </a:lnTo>
                  <a:lnTo>
                    <a:pt x="468159" y="348393"/>
                  </a:lnTo>
                  <a:lnTo>
                    <a:pt x="436082" y="348866"/>
                  </a:lnTo>
                  <a:lnTo>
                    <a:pt x="425377" y="348813"/>
                  </a:lnTo>
                  <a:lnTo>
                    <a:pt x="382698" y="347554"/>
                  </a:lnTo>
                  <a:lnTo>
                    <a:pt x="340532" y="344627"/>
                  </a:lnTo>
                  <a:lnTo>
                    <a:pt x="299288" y="340061"/>
                  </a:lnTo>
                  <a:lnTo>
                    <a:pt x="259360" y="333899"/>
                  </a:lnTo>
                  <a:lnTo>
                    <a:pt x="221135" y="326203"/>
                  </a:lnTo>
                  <a:lnTo>
                    <a:pt x="176307" y="314538"/>
                  </a:lnTo>
                  <a:lnTo>
                    <a:pt x="135388" y="300766"/>
                  </a:lnTo>
                  <a:lnTo>
                    <a:pt x="98985" y="285091"/>
                  </a:lnTo>
                  <a:lnTo>
                    <a:pt x="62041" y="264109"/>
                  </a:lnTo>
                  <a:lnTo>
                    <a:pt x="27728" y="235907"/>
                  </a:lnTo>
                  <a:lnTo>
                    <a:pt x="5592" y="202860"/>
                  </a:lnTo>
                  <a:lnTo>
                    <a:pt x="2099" y="191530"/>
                  </a:lnTo>
                  <a:lnTo>
                    <a:pt x="699" y="185845"/>
                  </a:lnTo>
                  <a:lnTo>
                    <a:pt x="0" y="180146"/>
                  </a:lnTo>
                  <a:lnTo>
                    <a:pt x="0" y="174433"/>
                  </a:lnTo>
                  <a:lnTo>
                    <a:pt x="0" y="168720"/>
                  </a:lnTo>
                  <a:lnTo>
                    <a:pt x="699" y="163021"/>
                  </a:lnTo>
                  <a:lnTo>
                    <a:pt x="2099" y="157335"/>
                  </a:lnTo>
                  <a:lnTo>
                    <a:pt x="3499" y="151649"/>
                  </a:lnTo>
                  <a:lnTo>
                    <a:pt x="22923" y="118329"/>
                  </a:lnTo>
                  <a:lnTo>
                    <a:pt x="51490" y="92204"/>
                  </a:lnTo>
                  <a:lnTo>
                    <a:pt x="85816" y="70522"/>
                  </a:lnTo>
                  <a:lnTo>
                    <a:pt x="120248" y="54154"/>
                  </a:lnTo>
                  <a:lnTo>
                    <a:pt x="159434" y="39593"/>
                  </a:lnTo>
                  <a:lnTo>
                    <a:pt x="202781" y="27061"/>
                  </a:lnTo>
                  <a:lnTo>
                    <a:pt x="240017" y="18624"/>
                  </a:lnTo>
                  <a:lnTo>
                    <a:pt x="279141" y="11687"/>
                  </a:lnTo>
                  <a:lnTo>
                    <a:pt x="319776" y="6318"/>
                  </a:lnTo>
                  <a:lnTo>
                    <a:pt x="361531" y="2567"/>
                  </a:lnTo>
                  <a:lnTo>
                    <a:pt x="404006" y="473"/>
                  </a:lnTo>
                  <a:lnTo>
                    <a:pt x="436082" y="0"/>
                  </a:lnTo>
                  <a:lnTo>
                    <a:pt x="446787" y="52"/>
                  </a:lnTo>
                  <a:lnTo>
                    <a:pt x="489466" y="1312"/>
                  </a:lnTo>
                  <a:lnTo>
                    <a:pt x="531631" y="4238"/>
                  </a:lnTo>
                  <a:lnTo>
                    <a:pt x="572876" y="8804"/>
                  </a:lnTo>
                  <a:lnTo>
                    <a:pt x="612803" y="14965"/>
                  </a:lnTo>
                  <a:lnTo>
                    <a:pt x="651028" y="22662"/>
                  </a:lnTo>
                  <a:lnTo>
                    <a:pt x="695856" y="34327"/>
                  </a:lnTo>
                  <a:lnTo>
                    <a:pt x="736776" y="48099"/>
                  </a:lnTo>
                  <a:lnTo>
                    <a:pt x="773178" y="63773"/>
                  </a:lnTo>
                  <a:lnTo>
                    <a:pt x="810122" y="84755"/>
                  </a:lnTo>
                  <a:lnTo>
                    <a:pt x="844434" y="112957"/>
                  </a:lnTo>
                  <a:lnTo>
                    <a:pt x="853386" y="123796"/>
                  </a:lnTo>
                  <a:lnTo>
                    <a:pt x="857532" y="129263"/>
                  </a:lnTo>
                  <a:lnTo>
                    <a:pt x="860999" y="134798"/>
                  </a:lnTo>
                  <a:lnTo>
                    <a:pt x="863785" y="140401"/>
                  </a:lnTo>
                  <a:lnTo>
                    <a:pt x="866572" y="146005"/>
                  </a:lnTo>
                  <a:lnTo>
                    <a:pt x="868665" y="151649"/>
                  </a:lnTo>
                  <a:lnTo>
                    <a:pt x="870065" y="157335"/>
                  </a:lnTo>
                  <a:lnTo>
                    <a:pt x="871465" y="163021"/>
                  </a:lnTo>
                  <a:lnTo>
                    <a:pt x="872165" y="168720"/>
                  </a:lnTo>
                  <a:lnTo>
                    <a:pt x="872165" y="174433"/>
                  </a:lnTo>
                  <a:close/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6340048" y="5269638"/>
            <a:ext cx="20002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800" spc="-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VIN</a:t>
            </a:r>
            <a:endParaRPr sz="8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270029" y="3882513"/>
            <a:ext cx="872490" cy="1736089"/>
          </a:xfrm>
          <a:custGeom>
            <a:avLst/>
            <a:gdLst/>
            <a:ahLst/>
            <a:cxnLst/>
            <a:rect l="l" t="t" r="r" b="b"/>
            <a:pathLst>
              <a:path w="872490" h="1736089">
                <a:moveTo>
                  <a:pt x="174433" y="1648392"/>
                </a:moveTo>
                <a:lnTo>
                  <a:pt x="130824" y="1735608"/>
                </a:lnTo>
              </a:path>
              <a:path w="872490" h="1736089">
                <a:moveTo>
                  <a:pt x="436082" y="0"/>
                </a:moveTo>
                <a:lnTo>
                  <a:pt x="872165" y="261649"/>
                </a:lnTo>
                <a:lnTo>
                  <a:pt x="436082" y="523299"/>
                </a:lnTo>
                <a:lnTo>
                  <a:pt x="0" y="261649"/>
                </a:lnTo>
                <a:lnTo>
                  <a:pt x="436082" y="0"/>
                </a:lnTo>
                <a:close/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6465013" y="4057328"/>
            <a:ext cx="473709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Работает</a:t>
            </a:r>
            <a:endParaRPr sz="8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961781" y="4405812"/>
            <a:ext cx="1762125" cy="285750"/>
          </a:xfrm>
          <a:custGeom>
            <a:avLst/>
            <a:gdLst/>
            <a:ahLst/>
            <a:cxnLst/>
            <a:rect l="l" t="t" r="r" b="b"/>
            <a:pathLst>
              <a:path w="1762125" h="285750">
                <a:moveTo>
                  <a:pt x="1761773" y="0"/>
                </a:moveTo>
                <a:lnTo>
                  <a:pt x="1761773" y="285198"/>
                </a:lnTo>
                <a:lnTo>
                  <a:pt x="0" y="285023"/>
                </a:lnTo>
              </a:path>
              <a:path w="1762125" h="285750">
                <a:moveTo>
                  <a:pt x="0" y="250136"/>
                </a:moveTo>
                <a:lnTo>
                  <a:pt x="1726887" y="250311"/>
                </a:lnTo>
                <a:lnTo>
                  <a:pt x="1726887" y="0"/>
                </a:lnTo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4947582" y="4519576"/>
            <a:ext cx="1016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172387" y="3049511"/>
            <a:ext cx="1056005" cy="532765"/>
            <a:chOff x="4172387" y="3049511"/>
            <a:chExt cx="1056005" cy="532765"/>
          </a:xfrm>
        </p:grpSpPr>
        <p:sp>
          <p:nvSpPr>
            <p:cNvPr id="29" name="object 29"/>
            <p:cNvSpPr/>
            <p:nvPr/>
          </p:nvSpPr>
          <p:spPr>
            <a:xfrm>
              <a:off x="4176832" y="3053956"/>
              <a:ext cx="1047115" cy="523875"/>
            </a:xfrm>
            <a:custGeom>
              <a:avLst/>
              <a:gdLst/>
              <a:ahLst/>
              <a:cxnLst/>
              <a:rect l="l" t="t" r="r" b="b"/>
              <a:pathLst>
                <a:path w="1047114" h="523875">
                  <a:moveTo>
                    <a:pt x="523299" y="523299"/>
                  </a:moveTo>
                  <a:lnTo>
                    <a:pt x="0" y="261649"/>
                  </a:lnTo>
                  <a:lnTo>
                    <a:pt x="523299" y="0"/>
                  </a:lnTo>
                  <a:lnTo>
                    <a:pt x="1046598" y="261649"/>
                  </a:lnTo>
                  <a:lnTo>
                    <a:pt x="523299" y="523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176832" y="3053956"/>
              <a:ext cx="1047115" cy="523875"/>
            </a:xfrm>
            <a:custGeom>
              <a:avLst/>
              <a:gdLst/>
              <a:ahLst/>
              <a:cxnLst/>
              <a:rect l="l" t="t" r="r" b="b"/>
              <a:pathLst>
                <a:path w="1047114" h="523875">
                  <a:moveTo>
                    <a:pt x="523299" y="0"/>
                  </a:moveTo>
                  <a:lnTo>
                    <a:pt x="1046598" y="261649"/>
                  </a:lnTo>
                  <a:lnTo>
                    <a:pt x="523299" y="523299"/>
                  </a:lnTo>
                  <a:lnTo>
                    <a:pt x="0" y="261649"/>
                  </a:lnTo>
                  <a:lnTo>
                    <a:pt x="523299" y="0"/>
                  </a:lnTo>
                  <a:close/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4376723" y="3228771"/>
            <a:ext cx="63817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Обращается</a:t>
            </a:r>
            <a:endParaRPr sz="8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682688" y="2425997"/>
            <a:ext cx="1064260" cy="628015"/>
          </a:xfrm>
          <a:custGeom>
            <a:avLst/>
            <a:gdLst/>
            <a:ahLst/>
            <a:cxnLst/>
            <a:rect l="l" t="t" r="r" b="b"/>
            <a:pathLst>
              <a:path w="1064260" h="628014">
                <a:moveTo>
                  <a:pt x="0" y="627958"/>
                </a:moveTo>
                <a:lnTo>
                  <a:pt x="0" y="0"/>
                </a:lnTo>
                <a:lnTo>
                  <a:pt x="1064041" y="0"/>
                </a:lnTo>
              </a:path>
              <a:path w="1064260" h="628014">
                <a:moveTo>
                  <a:pt x="1064041" y="34886"/>
                </a:moveTo>
                <a:lnTo>
                  <a:pt x="34886" y="34886"/>
                </a:lnTo>
                <a:lnTo>
                  <a:pt x="34886" y="627958"/>
                </a:lnTo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5645314" y="2461266"/>
            <a:ext cx="1016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694152" y="6280967"/>
            <a:ext cx="1047115" cy="523875"/>
          </a:xfrm>
          <a:custGeom>
            <a:avLst/>
            <a:gdLst/>
            <a:ahLst/>
            <a:cxnLst/>
            <a:rect l="l" t="t" r="r" b="b"/>
            <a:pathLst>
              <a:path w="1047114" h="523875">
                <a:moveTo>
                  <a:pt x="523299" y="0"/>
                </a:moveTo>
                <a:lnTo>
                  <a:pt x="1046598" y="261649"/>
                </a:lnTo>
                <a:lnTo>
                  <a:pt x="523299" y="523299"/>
                </a:lnTo>
                <a:lnTo>
                  <a:pt x="0" y="261649"/>
                </a:lnTo>
                <a:lnTo>
                  <a:pt x="523299" y="0"/>
                </a:lnTo>
                <a:close/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2994750" y="6455782"/>
            <a:ext cx="43688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Владеет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736305" y="5509016"/>
            <a:ext cx="2250440" cy="1056005"/>
            <a:chOff x="3736305" y="5509016"/>
            <a:chExt cx="2250440" cy="1056005"/>
          </a:xfrm>
        </p:grpSpPr>
        <p:sp>
          <p:nvSpPr>
            <p:cNvPr id="37" name="object 37"/>
            <p:cNvSpPr/>
            <p:nvPr/>
          </p:nvSpPr>
          <p:spPr>
            <a:xfrm>
              <a:off x="3740750" y="5932101"/>
              <a:ext cx="2241550" cy="628015"/>
            </a:xfrm>
            <a:custGeom>
              <a:avLst/>
              <a:gdLst/>
              <a:ahLst/>
              <a:cxnLst/>
              <a:rect l="l" t="t" r="r" b="b"/>
              <a:pathLst>
                <a:path w="2241550" h="628015">
                  <a:moveTo>
                    <a:pt x="0" y="593072"/>
                  </a:moveTo>
                  <a:lnTo>
                    <a:pt x="2206578" y="593072"/>
                  </a:lnTo>
                  <a:lnTo>
                    <a:pt x="2206578" y="0"/>
                  </a:lnTo>
                </a:path>
                <a:path w="2241550" h="628015">
                  <a:moveTo>
                    <a:pt x="2241464" y="0"/>
                  </a:moveTo>
                  <a:lnTo>
                    <a:pt x="2241464" y="627958"/>
                  </a:lnTo>
                  <a:lnTo>
                    <a:pt x="0" y="627958"/>
                  </a:lnTo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264049" y="5513461"/>
              <a:ext cx="1047115" cy="523875"/>
            </a:xfrm>
            <a:custGeom>
              <a:avLst/>
              <a:gdLst/>
              <a:ahLst/>
              <a:cxnLst/>
              <a:rect l="l" t="t" r="r" b="b"/>
              <a:pathLst>
                <a:path w="1047114" h="523875">
                  <a:moveTo>
                    <a:pt x="523299" y="523299"/>
                  </a:moveTo>
                  <a:lnTo>
                    <a:pt x="0" y="261649"/>
                  </a:lnTo>
                  <a:lnTo>
                    <a:pt x="523299" y="0"/>
                  </a:lnTo>
                  <a:lnTo>
                    <a:pt x="1046598" y="261649"/>
                  </a:lnTo>
                  <a:lnTo>
                    <a:pt x="523299" y="523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264049" y="5513461"/>
              <a:ext cx="1047115" cy="523875"/>
            </a:xfrm>
            <a:custGeom>
              <a:avLst/>
              <a:gdLst/>
              <a:ahLst/>
              <a:cxnLst/>
              <a:rect l="l" t="t" r="r" b="b"/>
              <a:pathLst>
                <a:path w="1047114" h="523875">
                  <a:moveTo>
                    <a:pt x="523299" y="0"/>
                  </a:moveTo>
                  <a:lnTo>
                    <a:pt x="1046598" y="261649"/>
                  </a:lnTo>
                  <a:lnTo>
                    <a:pt x="523299" y="523299"/>
                  </a:lnTo>
                  <a:lnTo>
                    <a:pt x="0" y="261649"/>
                  </a:lnTo>
                  <a:lnTo>
                    <a:pt x="523299" y="0"/>
                  </a:lnTo>
                  <a:close/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6037788" y="5949926"/>
            <a:ext cx="1016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481110" y="5688277"/>
            <a:ext cx="60388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Занимается</a:t>
            </a:r>
            <a:endParaRPr sz="8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5310647" y="5757668"/>
            <a:ext cx="436245" cy="34925"/>
          </a:xfrm>
          <a:custGeom>
            <a:avLst/>
            <a:gdLst/>
            <a:ahLst/>
            <a:cxnLst/>
            <a:rect l="l" t="t" r="r" b="b"/>
            <a:pathLst>
              <a:path w="436245" h="34925">
                <a:moveTo>
                  <a:pt x="0" y="0"/>
                </a:moveTo>
                <a:lnTo>
                  <a:pt x="436082" y="0"/>
                </a:lnTo>
              </a:path>
              <a:path w="436245" h="34925">
                <a:moveTo>
                  <a:pt x="436082" y="34886"/>
                </a:moveTo>
                <a:lnTo>
                  <a:pt x="0" y="34886"/>
                </a:lnTo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5601706" y="5618504"/>
            <a:ext cx="1016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618895" y="2425997"/>
            <a:ext cx="104775" cy="1456690"/>
          </a:xfrm>
          <a:custGeom>
            <a:avLst/>
            <a:gdLst/>
            <a:ahLst/>
            <a:cxnLst/>
            <a:rect l="l" t="t" r="r" b="b"/>
            <a:pathLst>
              <a:path w="104775" h="1456689">
                <a:moveTo>
                  <a:pt x="69773" y="1456515"/>
                </a:moveTo>
                <a:lnTo>
                  <a:pt x="69773" y="34886"/>
                </a:lnTo>
                <a:lnTo>
                  <a:pt x="0" y="34886"/>
                </a:lnTo>
              </a:path>
              <a:path w="104775" h="1456689">
                <a:moveTo>
                  <a:pt x="0" y="0"/>
                </a:moveTo>
                <a:lnTo>
                  <a:pt x="104659" y="0"/>
                </a:lnTo>
                <a:lnTo>
                  <a:pt x="104659" y="1456515"/>
                </a:lnTo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6622003" y="2286832"/>
            <a:ext cx="8382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2781368" y="3577255"/>
            <a:ext cx="1936750" cy="628015"/>
          </a:xfrm>
          <a:custGeom>
            <a:avLst/>
            <a:gdLst/>
            <a:ahLst/>
            <a:cxnLst/>
            <a:rect l="l" t="t" r="r" b="b"/>
            <a:pathLst>
              <a:path w="1936750" h="628014">
                <a:moveTo>
                  <a:pt x="1936206" y="0"/>
                </a:moveTo>
                <a:lnTo>
                  <a:pt x="1936206" y="627958"/>
                </a:lnTo>
                <a:lnTo>
                  <a:pt x="0" y="627958"/>
                </a:lnTo>
              </a:path>
              <a:path w="1936750" h="628014">
                <a:moveTo>
                  <a:pt x="0" y="593072"/>
                </a:moveTo>
                <a:lnTo>
                  <a:pt x="1901320" y="593072"/>
                </a:lnTo>
                <a:lnTo>
                  <a:pt x="1901320" y="0"/>
                </a:lnTo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2854386" y="4031163"/>
            <a:ext cx="1016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7534668" y="1431728"/>
            <a:ext cx="872490" cy="349250"/>
          </a:xfrm>
          <a:custGeom>
            <a:avLst/>
            <a:gdLst/>
            <a:ahLst/>
            <a:cxnLst/>
            <a:rect l="l" t="t" r="r" b="b"/>
            <a:pathLst>
              <a:path w="872490" h="349250">
                <a:moveTo>
                  <a:pt x="0" y="0"/>
                </a:moveTo>
                <a:lnTo>
                  <a:pt x="872165" y="0"/>
                </a:lnTo>
                <a:lnTo>
                  <a:pt x="872165" y="348866"/>
                </a:lnTo>
                <a:lnTo>
                  <a:pt x="0" y="348866"/>
                </a:lnTo>
                <a:lnTo>
                  <a:pt x="0" y="0"/>
                </a:lnTo>
                <a:close/>
              </a:path>
              <a:path w="872490" h="349250">
                <a:moveTo>
                  <a:pt x="43608" y="43608"/>
                </a:moveTo>
                <a:lnTo>
                  <a:pt x="828556" y="43608"/>
                </a:lnTo>
                <a:lnTo>
                  <a:pt x="828556" y="305257"/>
                </a:lnTo>
                <a:lnTo>
                  <a:pt x="43608" y="305257"/>
                </a:lnTo>
                <a:lnTo>
                  <a:pt x="43608" y="43608"/>
                </a:lnTo>
                <a:close/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7793975" y="1519327"/>
            <a:ext cx="34480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Услуга</a:t>
            </a:r>
            <a:endParaRPr sz="80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109801" y="4362203"/>
            <a:ext cx="584835" cy="2198370"/>
          </a:xfrm>
          <a:custGeom>
            <a:avLst/>
            <a:gdLst/>
            <a:ahLst/>
            <a:cxnLst/>
            <a:rect l="l" t="t" r="r" b="b"/>
            <a:pathLst>
              <a:path w="584835" h="2198370">
                <a:moveTo>
                  <a:pt x="584350" y="2197856"/>
                </a:moveTo>
                <a:lnTo>
                  <a:pt x="0" y="2197856"/>
                </a:lnTo>
                <a:lnTo>
                  <a:pt x="0" y="0"/>
                </a:lnTo>
              </a:path>
              <a:path w="584835" h="2198370">
                <a:moveTo>
                  <a:pt x="34886" y="0"/>
                </a:moveTo>
                <a:lnTo>
                  <a:pt x="34886" y="2162969"/>
                </a:lnTo>
                <a:lnTo>
                  <a:pt x="584350" y="2162969"/>
                </a:lnTo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2173960" y="4380029"/>
            <a:ext cx="8382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3304667" y="5530905"/>
            <a:ext cx="959485" cy="262255"/>
          </a:xfrm>
          <a:custGeom>
            <a:avLst/>
            <a:gdLst/>
            <a:ahLst/>
            <a:cxnLst/>
            <a:rect l="l" t="t" r="r" b="b"/>
            <a:pathLst>
              <a:path w="959485" h="262254">
                <a:moveTo>
                  <a:pt x="959381" y="244206"/>
                </a:moveTo>
                <a:lnTo>
                  <a:pt x="959381" y="261649"/>
                </a:lnTo>
                <a:lnTo>
                  <a:pt x="69773" y="261649"/>
                </a:lnTo>
                <a:lnTo>
                  <a:pt x="69773" y="0"/>
                </a:lnTo>
                <a:lnTo>
                  <a:pt x="0" y="0"/>
                </a:lnTo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3290468" y="5513844"/>
            <a:ext cx="1016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4769905" y="1588718"/>
            <a:ext cx="2764790" cy="3924935"/>
          </a:xfrm>
          <a:custGeom>
            <a:avLst/>
            <a:gdLst/>
            <a:ahLst/>
            <a:cxnLst/>
            <a:rect l="l" t="t" r="r" b="b"/>
            <a:pathLst>
              <a:path w="2764790" h="3924935">
                <a:moveTo>
                  <a:pt x="0" y="3924743"/>
                </a:moveTo>
                <a:lnTo>
                  <a:pt x="0" y="3540990"/>
                </a:lnTo>
                <a:lnTo>
                  <a:pt x="2616495" y="3540990"/>
                </a:lnTo>
                <a:lnTo>
                  <a:pt x="2616495" y="0"/>
                </a:lnTo>
                <a:lnTo>
                  <a:pt x="2764763" y="0"/>
                </a:lnTo>
              </a:path>
              <a:path w="2764790" h="3924935">
                <a:moveTo>
                  <a:pt x="2764763" y="34886"/>
                </a:moveTo>
                <a:lnTo>
                  <a:pt x="2651382" y="34886"/>
                </a:lnTo>
                <a:lnTo>
                  <a:pt x="2651382" y="3575877"/>
                </a:lnTo>
                <a:lnTo>
                  <a:pt x="34886" y="3575877"/>
                </a:lnTo>
                <a:lnTo>
                  <a:pt x="34886" y="3924743"/>
                </a:lnTo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7433253" y="1449554"/>
            <a:ext cx="1016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7229411" y="821213"/>
            <a:ext cx="872490" cy="349250"/>
          </a:xfrm>
          <a:custGeom>
            <a:avLst/>
            <a:gdLst/>
            <a:ahLst/>
            <a:cxnLst/>
            <a:rect l="l" t="t" r="r" b="b"/>
            <a:pathLst>
              <a:path w="872490" h="349250">
                <a:moveTo>
                  <a:pt x="872165" y="174433"/>
                </a:moveTo>
                <a:lnTo>
                  <a:pt x="872165" y="180145"/>
                </a:lnTo>
                <a:lnTo>
                  <a:pt x="871465" y="185845"/>
                </a:lnTo>
                <a:lnTo>
                  <a:pt x="870065" y="191530"/>
                </a:lnTo>
                <a:lnTo>
                  <a:pt x="868666" y="197215"/>
                </a:lnTo>
                <a:lnTo>
                  <a:pt x="866572" y="202860"/>
                </a:lnTo>
                <a:lnTo>
                  <a:pt x="863785" y="208463"/>
                </a:lnTo>
                <a:lnTo>
                  <a:pt x="860999" y="214066"/>
                </a:lnTo>
                <a:lnTo>
                  <a:pt x="857533" y="219601"/>
                </a:lnTo>
                <a:lnTo>
                  <a:pt x="853387" y="225068"/>
                </a:lnTo>
                <a:lnTo>
                  <a:pt x="849241" y="230535"/>
                </a:lnTo>
                <a:lnTo>
                  <a:pt x="844435" y="235907"/>
                </a:lnTo>
                <a:lnTo>
                  <a:pt x="838969" y="241185"/>
                </a:lnTo>
                <a:lnTo>
                  <a:pt x="833503" y="246463"/>
                </a:lnTo>
                <a:lnTo>
                  <a:pt x="798671" y="271342"/>
                </a:lnTo>
                <a:lnTo>
                  <a:pt x="759198" y="291575"/>
                </a:lnTo>
                <a:lnTo>
                  <a:pt x="720922" y="306514"/>
                </a:lnTo>
                <a:lnTo>
                  <a:pt x="678355" y="319468"/>
                </a:lnTo>
                <a:lnTo>
                  <a:pt x="632147" y="330241"/>
                </a:lnTo>
                <a:lnTo>
                  <a:pt x="593022" y="337178"/>
                </a:lnTo>
                <a:lnTo>
                  <a:pt x="552387" y="342547"/>
                </a:lnTo>
                <a:lnTo>
                  <a:pt x="510632" y="346298"/>
                </a:lnTo>
                <a:lnTo>
                  <a:pt x="468159" y="348393"/>
                </a:lnTo>
                <a:lnTo>
                  <a:pt x="436082" y="348866"/>
                </a:lnTo>
                <a:lnTo>
                  <a:pt x="425377" y="348813"/>
                </a:lnTo>
                <a:lnTo>
                  <a:pt x="382697" y="347554"/>
                </a:lnTo>
                <a:lnTo>
                  <a:pt x="340532" y="344627"/>
                </a:lnTo>
                <a:lnTo>
                  <a:pt x="299287" y="340061"/>
                </a:lnTo>
                <a:lnTo>
                  <a:pt x="259359" y="333900"/>
                </a:lnTo>
                <a:lnTo>
                  <a:pt x="221134" y="326204"/>
                </a:lnTo>
                <a:lnTo>
                  <a:pt x="176307" y="314538"/>
                </a:lnTo>
                <a:lnTo>
                  <a:pt x="135387" y="300766"/>
                </a:lnTo>
                <a:lnTo>
                  <a:pt x="98986" y="285092"/>
                </a:lnTo>
                <a:lnTo>
                  <a:pt x="62041" y="264109"/>
                </a:lnTo>
                <a:lnTo>
                  <a:pt x="33193" y="241185"/>
                </a:lnTo>
                <a:lnTo>
                  <a:pt x="27728" y="235907"/>
                </a:lnTo>
                <a:lnTo>
                  <a:pt x="22923" y="230535"/>
                </a:lnTo>
                <a:lnTo>
                  <a:pt x="18777" y="225068"/>
                </a:lnTo>
                <a:lnTo>
                  <a:pt x="14631" y="219601"/>
                </a:lnTo>
                <a:lnTo>
                  <a:pt x="2099" y="191530"/>
                </a:lnTo>
                <a:lnTo>
                  <a:pt x="699" y="185845"/>
                </a:lnTo>
                <a:lnTo>
                  <a:pt x="0" y="180145"/>
                </a:lnTo>
                <a:lnTo>
                  <a:pt x="0" y="174433"/>
                </a:lnTo>
                <a:lnTo>
                  <a:pt x="0" y="168720"/>
                </a:lnTo>
                <a:lnTo>
                  <a:pt x="699" y="163021"/>
                </a:lnTo>
                <a:lnTo>
                  <a:pt x="2099" y="157335"/>
                </a:lnTo>
                <a:lnTo>
                  <a:pt x="3499" y="151650"/>
                </a:lnTo>
                <a:lnTo>
                  <a:pt x="18777" y="123797"/>
                </a:lnTo>
                <a:lnTo>
                  <a:pt x="22922" y="118330"/>
                </a:lnTo>
                <a:lnTo>
                  <a:pt x="51491" y="92205"/>
                </a:lnTo>
                <a:lnTo>
                  <a:pt x="85816" y="70523"/>
                </a:lnTo>
                <a:lnTo>
                  <a:pt x="120248" y="54155"/>
                </a:lnTo>
                <a:lnTo>
                  <a:pt x="159434" y="39594"/>
                </a:lnTo>
                <a:lnTo>
                  <a:pt x="202781" y="27061"/>
                </a:lnTo>
                <a:lnTo>
                  <a:pt x="240017" y="18624"/>
                </a:lnTo>
                <a:lnTo>
                  <a:pt x="279140" y="11687"/>
                </a:lnTo>
                <a:lnTo>
                  <a:pt x="319776" y="6318"/>
                </a:lnTo>
                <a:lnTo>
                  <a:pt x="361531" y="2567"/>
                </a:lnTo>
                <a:lnTo>
                  <a:pt x="404005" y="472"/>
                </a:lnTo>
                <a:lnTo>
                  <a:pt x="436082" y="0"/>
                </a:lnTo>
                <a:lnTo>
                  <a:pt x="446787" y="52"/>
                </a:lnTo>
                <a:lnTo>
                  <a:pt x="489466" y="1311"/>
                </a:lnTo>
                <a:lnTo>
                  <a:pt x="531631" y="4238"/>
                </a:lnTo>
                <a:lnTo>
                  <a:pt x="572876" y="8804"/>
                </a:lnTo>
                <a:lnTo>
                  <a:pt x="612803" y="14965"/>
                </a:lnTo>
                <a:lnTo>
                  <a:pt x="651029" y="22661"/>
                </a:lnTo>
                <a:lnTo>
                  <a:pt x="695856" y="34326"/>
                </a:lnTo>
                <a:lnTo>
                  <a:pt x="736776" y="48099"/>
                </a:lnTo>
                <a:lnTo>
                  <a:pt x="773178" y="63773"/>
                </a:lnTo>
                <a:lnTo>
                  <a:pt x="810123" y="84756"/>
                </a:lnTo>
                <a:lnTo>
                  <a:pt x="838969" y="107680"/>
                </a:lnTo>
                <a:lnTo>
                  <a:pt x="844435" y="112958"/>
                </a:lnTo>
                <a:lnTo>
                  <a:pt x="849241" y="118330"/>
                </a:lnTo>
                <a:lnTo>
                  <a:pt x="853387" y="123797"/>
                </a:lnTo>
                <a:lnTo>
                  <a:pt x="857533" y="129264"/>
                </a:lnTo>
                <a:lnTo>
                  <a:pt x="860999" y="134799"/>
                </a:lnTo>
                <a:lnTo>
                  <a:pt x="863785" y="140402"/>
                </a:lnTo>
                <a:lnTo>
                  <a:pt x="866572" y="146005"/>
                </a:lnTo>
                <a:lnTo>
                  <a:pt x="868666" y="151650"/>
                </a:lnTo>
                <a:lnTo>
                  <a:pt x="870065" y="157335"/>
                </a:lnTo>
                <a:lnTo>
                  <a:pt x="871465" y="163021"/>
                </a:lnTo>
                <a:lnTo>
                  <a:pt x="872165" y="168720"/>
                </a:lnTo>
                <a:lnTo>
                  <a:pt x="872165" y="174433"/>
                </a:lnTo>
                <a:close/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7596103" y="908812"/>
            <a:ext cx="13017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dash" sz="800" spc="-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ID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7661048" y="712108"/>
            <a:ext cx="1404620" cy="724535"/>
            <a:chOff x="7661048" y="712108"/>
            <a:chExt cx="1404620" cy="724535"/>
          </a:xfrm>
        </p:grpSpPr>
        <p:sp>
          <p:nvSpPr>
            <p:cNvPr id="59" name="object 59"/>
            <p:cNvSpPr/>
            <p:nvPr/>
          </p:nvSpPr>
          <p:spPr>
            <a:xfrm>
              <a:off x="7665493" y="1065419"/>
              <a:ext cx="959485" cy="366395"/>
            </a:xfrm>
            <a:custGeom>
              <a:avLst/>
              <a:gdLst/>
              <a:ahLst/>
              <a:cxnLst/>
              <a:rect l="l" t="t" r="r" b="b"/>
              <a:pathLst>
                <a:path w="959484" h="366394">
                  <a:moveTo>
                    <a:pt x="305257" y="366309"/>
                  </a:moveTo>
                  <a:lnTo>
                    <a:pt x="0" y="104659"/>
                  </a:lnTo>
                </a:path>
                <a:path w="959484" h="366394">
                  <a:moveTo>
                    <a:pt x="959381" y="0"/>
                  </a:moveTo>
                  <a:lnTo>
                    <a:pt x="523299" y="366309"/>
                  </a:lnTo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8188792" y="716553"/>
              <a:ext cx="872490" cy="349250"/>
            </a:xfrm>
            <a:custGeom>
              <a:avLst/>
              <a:gdLst/>
              <a:ahLst/>
              <a:cxnLst/>
              <a:rect l="l" t="t" r="r" b="b"/>
              <a:pathLst>
                <a:path w="872490" h="349250">
                  <a:moveTo>
                    <a:pt x="872165" y="174433"/>
                  </a:moveTo>
                  <a:lnTo>
                    <a:pt x="872165" y="180145"/>
                  </a:lnTo>
                  <a:lnTo>
                    <a:pt x="871465" y="185845"/>
                  </a:lnTo>
                  <a:lnTo>
                    <a:pt x="870065" y="191530"/>
                  </a:lnTo>
                  <a:lnTo>
                    <a:pt x="868665" y="197215"/>
                  </a:lnTo>
                  <a:lnTo>
                    <a:pt x="866571" y="202860"/>
                  </a:lnTo>
                  <a:lnTo>
                    <a:pt x="863784" y="208463"/>
                  </a:lnTo>
                  <a:lnTo>
                    <a:pt x="860998" y="214066"/>
                  </a:lnTo>
                  <a:lnTo>
                    <a:pt x="838969" y="241185"/>
                  </a:lnTo>
                  <a:lnTo>
                    <a:pt x="833503" y="246463"/>
                  </a:lnTo>
                  <a:lnTo>
                    <a:pt x="798671" y="271342"/>
                  </a:lnTo>
                  <a:lnTo>
                    <a:pt x="759198" y="291575"/>
                  </a:lnTo>
                  <a:lnTo>
                    <a:pt x="720922" y="306514"/>
                  </a:lnTo>
                  <a:lnTo>
                    <a:pt x="678356" y="319468"/>
                  </a:lnTo>
                  <a:lnTo>
                    <a:pt x="632147" y="330241"/>
                  </a:lnTo>
                  <a:lnTo>
                    <a:pt x="593023" y="337178"/>
                  </a:lnTo>
                  <a:lnTo>
                    <a:pt x="552388" y="342547"/>
                  </a:lnTo>
                  <a:lnTo>
                    <a:pt x="510632" y="346298"/>
                  </a:lnTo>
                  <a:lnTo>
                    <a:pt x="468160" y="348393"/>
                  </a:lnTo>
                  <a:lnTo>
                    <a:pt x="436082" y="348866"/>
                  </a:lnTo>
                  <a:lnTo>
                    <a:pt x="425377" y="348813"/>
                  </a:lnTo>
                  <a:lnTo>
                    <a:pt x="382698" y="347554"/>
                  </a:lnTo>
                  <a:lnTo>
                    <a:pt x="340532" y="344627"/>
                  </a:lnTo>
                  <a:lnTo>
                    <a:pt x="299288" y="340061"/>
                  </a:lnTo>
                  <a:lnTo>
                    <a:pt x="259360" y="333900"/>
                  </a:lnTo>
                  <a:lnTo>
                    <a:pt x="221135" y="326204"/>
                  </a:lnTo>
                  <a:lnTo>
                    <a:pt x="176307" y="314539"/>
                  </a:lnTo>
                  <a:lnTo>
                    <a:pt x="135388" y="300766"/>
                  </a:lnTo>
                  <a:lnTo>
                    <a:pt x="98985" y="285092"/>
                  </a:lnTo>
                  <a:lnTo>
                    <a:pt x="62041" y="264109"/>
                  </a:lnTo>
                  <a:lnTo>
                    <a:pt x="27728" y="235907"/>
                  </a:lnTo>
                  <a:lnTo>
                    <a:pt x="8378" y="208463"/>
                  </a:lnTo>
                  <a:lnTo>
                    <a:pt x="5592" y="202860"/>
                  </a:lnTo>
                  <a:lnTo>
                    <a:pt x="3499" y="197215"/>
                  </a:lnTo>
                  <a:lnTo>
                    <a:pt x="2099" y="191530"/>
                  </a:lnTo>
                  <a:lnTo>
                    <a:pt x="699" y="185845"/>
                  </a:lnTo>
                  <a:lnTo>
                    <a:pt x="0" y="180145"/>
                  </a:lnTo>
                  <a:lnTo>
                    <a:pt x="0" y="174433"/>
                  </a:lnTo>
                  <a:lnTo>
                    <a:pt x="0" y="168720"/>
                  </a:lnTo>
                  <a:lnTo>
                    <a:pt x="699" y="163021"/>
                  </a:lnTo>
                  <a:lnTo>
                    <a:pt x="2099" y="157335"/>
                  </a:lnTo>
                  <a:lnTo>
                    <a:pt x="3499" y="151650"/>
                  </a:lnTo>
                  <a:lnTo>
                    <a:pt x="18776" y="123797"/>
                  </a:lnTo>
                  <a:lnTo>
                    <a:pt x="22923" y="118330"/>
                  </a:lnTo>
                  <a:lnTo>
                    <a:pt x="51490" y="92205"/>
                  </a:lnTo>
                  <a:lnTo>
                    <a:pt x="85816" y="70523"/>
                  </a:lnTo>
                  <a:lnTo>
                    <a:pt x="120248" y="54155"/>
                  </a:lnTo>
                  <a:lnTo>
                    <a:pt x="159434" y="39594"/>
                  </a:lnTo>
                  <a:lnTo>
                    <a:pt x="202781" y="27061"/>
                  </a:lnTo>
                  <a:lnTo>
                    <a:pt x="240017" y="18624"/>
                  </a:lnTo>
                  <a:lnTo>
                    <a:pt x="279141" y="11687"/>
                  </a:lnTo>
                  <a:lnTo>
                    <a:pt x="319776" y="6318"/>
                  </a:lnTo>
                  <a:lnTo>
                    <a:pt x="361531" y="2567"/>
                  </a:lnTo>
                  <a:lnTo>
                    <a:pt x="404006" y="472"/>
                  </a:lnTo>
                  <a:lnTo>
                    <a:pt x="436082" y="0"/>
                  </a:lnTo>
                  <a:lnTo>
                    <a:pt x="446788" y="52"/>
                  </a:lnTo>
                  <a:lnTo>
                    <a:pt x="489467" y="1311"/>
                  </a:lnTo>
                  <a:lnTo>
                    <a:pt x="531631" y="4238"/>
                  </a:lnTo>
                  <a:lnTo>
                    <a:pt x="572876" y="8804"/>
                  </a:lnTo>
                  <a:lnTo>
                    <a:pt x="612803" y="14965"/>
                  </a:lnTo>
                  <a:lnTo>
                    <a:pt x="651029" y="22661"/>
                  </a:lnTo>
                  <a:lnTo>
                    <a:pt x="695856" y="34327"/>
                  </a:lnTo>
                  <a:lnTo>
                    <a:pt x="736776" y="48099"/>
                  </a:lnTo>
                  <a:lnTo>
                    <a:pt x="773179" y="63773"/>
                  </a:lnTo>
                  <a:lnTo>
                    <a:pt x="810123" y="84756"/>
                  </a:lnTo>
                  <a:lnTo>
                    <a:pt x="844434" y="112958"/>
                  </a:lnTo>
                  <a:lnTo>
                    <a:pt x="853386" y="123797"/>
                  </a:lnTo>
                  <a:lnTo>
                    <a:pt x="857532" y="129264"/>
                  </a:lnTo>
                  <a:lnTo>
                    <a:pt x="860998" y="134799"/>
                  </a:lnTo>
                  <a:lnTo>
                    <a:pt x="863784" y="140402"/>
                  </a:lnTo>
                  <a:lnTo>
                    <a:pt x="866571" y="146005"/>
                  </a:lnTo>
                  <a:lnTo>
                    <a:pt x="868665" y="151650"/>
                  </a:lnTo>
                  <a:lnTo>
                    <a:pt x="870065" y="157335"/>
                  </a:lnTo>
                  <a:lnTo>
                    <a:pt x="871465" y="163021"/>
                  </a:lnTo>
                  <a:lnTo>
                    <a:pt x="872165" y="168720"/>
                  </a:lnTo>
                  <a:lnTo>
                    <a:pt x="872165" y="174433"/>
                  </a:lnTo>
                  <a:close/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/>
          <p:cNvSpPr txBox="1"/>
          <p:nvPr/>
        </p:nvSpPr>
        <p:spPr>
          <a:xfrm>
            <a:off x="8202666" y="804152"/>
            <a:ext cx="836294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>
                <a:latin typeface="Arial"/>
                <a:cs typeface="Arial"/>
              </a:rPr>
              <a:t>Название</a:t>
            </a:r>
            <a:r>
              <a:rPr dirty="0" sz="800" spc="6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услуги</a:t>
            </a:r>
            <a:endParaRPr sz="800">
              <a:latin typeface="Arial"/>
              <a:cs typeface="Arial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7752710" y="3315605"/>
            <a:ext cx="872490" cy="349250"/>
          </a:xfrm>
          <a:custGeom>
            <a:avLst/>
            <a:gdLst/>
            <a:ahLst/>
            <a:cxnLst/>
            <a:rect l="l" t="t" r="r" b="b"/>
            <a:pathLst>
              <a:path w="872490" h="349250">
                <a:moveTo>
                  <a:pt x="0" y="0"/>
                </a:moveTo>
                <a:lnTo>
                  <a:pt x="872165" y="0"/>
                </a:lnTo>
                <a:lnTo>
                  <a:pt x="872165" y="348866"/>
                </a:lnTo>
                <a:lnTo>
                  <a:pt x="0" y="348866"/>
                </a:lnTo>
                <a:lnTo>
                  <a:pt x="0" y="0"/>
                </a:lnTo>
                <a:close/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8011224" y="3403204"/>
            <a:ext cx="35941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Деталь</a:t>
            </a:r>
            <a:endParaRPr sz="800">
              <a:latin typeface="Arial"/>
              <a:cs typeface="Arial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8406834" y="2705089"/>
            <a:ext cx="0" cy="610870"/>
          </a:xfrm>
          <a:custGeom>
            <a:avLst/>
            <a:gdLst/>
            <a:ahLst/>
            <a:cxnLst/>
            <a:rect l="l" t="t" r="r" b="b"/>
            <a:pathLst>
              <a:path w="0" h="610870">
                <a:moveTo>
                  <a:pt x="0" y="0"/>
                </a:moveTo>
                <a:lnTo>
                  <a:pt x="0" y="610515"/>
                </a:lnTo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8305418" y="3158998"/>
            <a:ext cx="1016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7922698" y="2177345"/>
            <a:ext cx="968375" cy="532765"/>
            <a:chOff x="7922698" y="2177345"/>
            <a:chExt cx="968375" cy="532765"/>
          </a:xfrm>
        </p:grpSpPr>
        <p:sp>
          <p:nvSpPr>
            <p:cNvPr id="67" name="object 67"/>
            <p:cNvSpPr/>
            <p:nvPr/>
          </p:nvSpPr>
          <p:spPr>
            <a:xfrm>
              <a:off x="7927143" y="2181790"/>
              <a:ext cx="959485" cy="523875"/>
            </a:xfrm>
            <a:custGeom>
              <a:avLst/>
              <a:gdLst/>
              <a:ahLst/>
              <a:cxnLst/>
              <a:rect l="l" t="t" r="r" b="b"/>
              <a:pathLst>
                <a:path w="959484" h="523875">
                  <a:moveTo>
                    <a:pt x="479690" y="0"/>
                  </a:moveTo>
                  <a:lnTo>
                    <a:pt x="959381" y="261649"/>
                  </a:lnTo>
                  <a:lnTo>
                    <a:pt x="479690" y="523299"/>
                  </a:lnTo>
                  <a:lnTo>
                    <a:pt x="0" y="261649"/>
                  </a:lnTo>
                  <a:lnTo>
                    <a:pt x="479690" y="0"/>
                  </a:lnTo>
                  <a:close/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7962030" y="2216677"/>
              <a:ext cx="889635" cy="454025"/>
            </a:xfrm>
            <a:custGeom>
              <a:avLst/>
              <a:gdLst/>
              <a:ahLst/>
              <a:cxnLst/>
              <a:rect l="l" t="t" r="r" b="b"/>
              <a:pathLst>
                <a:path w="889634" h="454025">
                  <a:moveTo>
                    <a:pt x="444804" y="453525"/>
                  </a:moveTo>
                  <a:lnTo>
                    <a:pt x="0" y="226762"/>
                  </a:lnTo>
                  <a:lnTo>
                    <a:pt x="444804" y="0"/>
                  </a:lnTo>
                  <a:lnTo>
                    <a:pt x="889608" y="226762"/>
                  </a:lnTo>
                  <a:lnTo>
                    <a:pt x="444804" y="4535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7962030" y="2216677"/>
              <a:ext cx="889635" cy="454025"/>
            </a:xfrm>
            <a:custGeom>
              <a:avLst/>
              <a:gdLst/>
              <a:ahLst/>
              <a:cxnLst/>
              <a:rect l="l" t="t" r="r" b="b"/>
              <a:pathLst>
                <a:path w="889634" h="454025">
                  <a:moveTo>
                    <a:pt x="444804" y="0"/>
                  </a:moveTo>
                  <a:lnTo>
                    <a:pt x="889608" y="226762"/>
                  </a:lnTo>
                  <a:lnTo>
                    <a:pt x="444804" y="453525"/>
                  </a:lnTo>
                  <a:lnTo>
                    <a:pt x="0" y="226762"/>
                  </a:lnTo>
                  <a:lnTo>
                    <a:pt x="444804" y="0"/>
                  </a:lnTo>
                  <a:close/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/>
          <p:cNvSpPr txBox="1"/>
          <p:nvPr/>
        </p:nvSpPr>
        <p:spPr>
          <a:xfrm>
            <a:off x="8057669" y="2356606"/>
            <a:ext cx="68961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Используется</a:t>
            </a:r>
            <a:endParaRPr sz="800">
              <a:latin typeface="Arial"/>
              <a:cs typeface="Arial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7970751" y="1780594"/>
            <a:ext cx="436245" cy="401320"/>
          </a:xfrm>
          <a:custGeom>
            <a:avLst/>
            <a:gdLst/>
            <a:ahLst/>
            <a:cxnLst/>
            <a:rect l="l" t="t" r="r" b="b"/>
            <a:pathLst>
              <a:path w="436245" h="401319">
                <a:moveTo>
                  <a:pt x="436082" y="401196"/>
                </a:moveTo>
                <a:lnTo>
                  <a:pt x="436082" y="200598"/>
                </a:lnTo>
                <a:lnTo>
                  <a:pt x="0" y="200598"/>
                </a:lnTo>
                <a:lnTo>
                  <a:pt x="0" y="0"/>
                </a:lnTo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/>
          <p:nvPr/>
        </p:nvSpPr>
        <p:spPr>
          <a:xfrm>
            <a:off x="7886642" y="1798420"/>
            <a:ext cx="8382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7486615" y="2700645"/>
            <a:ext cx="881380" cy="358140"/>
            <a:chOff x="7486615" y="2700645"/>
            <a:chExt cx="881380" cy="358140"/>
          </a:xfrm>
        </p:grpSpPr>
        <p:sp>
          <p:nvSpPr>
            <p:cNvPr id="74" name="object 74"/>
            <p:cNvSpPr/>
            <p:nvPr/>
          </p:nvSpPr>
          <p:spPr>
            <a:xfrm>
              <a:off x="7491061" y="2705142"/>
              <a:ext cx="872490" cy="349250"/>
            </a:xfrm>
            <a:custGeom>
              <a:avLst/>
              <a:gdLst/>
              <a:ahLst/>
              <a:cxnLst/>
              <a:rect l="l" t="t" r="r" b="b"/>
              <a:pathLst>
                <a:path w="872490" h="349250">
                  <a:moveTo>
                    <a:pt x="446787" y="348760"/>
                  </a:moveTo>
                  <a:lnTo>
                    <a:pt x="425376" y="348760"/>
                  </a:lnTo>
                  <a:lnTo>
                    <a:pt x="404004" y="348340"/>
                  </a:lnTo>
                  <a:lnTo>
                    <a:pt x="361530" y="346245"/>
                  </a:lnTo>
                  <a:lnTo>
                    <a:pt x="319775" y="342495"/>
                  </a:lnTo>
                  <a:lnTo>
                    <a:pt x="279140" y="337125"/>
                  </a:lnTo>
                  <a:lnTo>
                    <a:pt x="240016" y="330188"/>
                  </a:lnTo>
                  <a:lnTo>
                    <a:pt x="202780" y="321751"/>
                  </a:lnTo>
                  <a:lnTo>
                    <a:pt x="151242" y="306461"/>
                  </a:lnTo>
                  <a:lnTo>
                    <a:pt x="105878" y="288316"/>
                  </a:lnTo>
                  <a:lnTo>
                    <a:pt x="67653" y="267700"/>
                  </a:lnTo>
                  <a:lnTo>
                    <a:pt x="27728" y="235854"/>
                  </a:lnTo>
                  <a:lnTo>
                    <a:pt x="5592" y="202806"/>
                  </a:lnTo>
                  <a:lnTo>
                    <a:pt x="0" y="180093"/>
                  </a:lnTo>
                  <a:lnTo>
                    <a:pt x="0" y="168667"/>
                  </a:lnTo>
                  <a:lnTo>
                    <a:pt x="14631" y="129212"/>
                  </a:lnTo>
                  <a:lnTo>
                    <a:pt x="44759" y="97191"/>
                  </a:lnTo>
                  <a:lnTo>
                    <a:pt x="79549" y="73939"/>
                  </a:lnTo>
                  <a:lnTo>
                    <a:pt x="120248" y="54102"/>
                  </a:lnTo>
                  <a:lnTo>
                    <a:pt x="167792" y="36865"/>
                  </a:lnTo>
                  <a:lnTo>
                    <a:pt x="221134" y="22608"/>
                  </a:lnTo>
                  <a:lnTo>
                    <a:pt x="259360" y="14912"/>
                  </a:lnTo>
                  <a:lnTo>
                    <a:pt x="299287" y="8751"/>
                  </a:lnTo>
                  <a:lnTo>
                    <a:pt x="340532" y="4185"/>
                  </a:lnTo>
                  <a:lnTo>
                    <a:pt x="382697" y="1259"/>
                  </a:lnTo>
                  <a:lnTo>
                    <a:pt x="425376" y="0"/>
                  </a:lnTo>
                  <a:lnTo>
                    <a:pt x="446787" y="0"/>
                  </a:lnTo>
                  <a:lnTo>
                    <a:pt x="489466" y="1259"/>
                  </a:lnTo>
                  <a:lnTo>
                    <a:pt x="531631" y="4185"/>
                  </a:lnTo>
                  <a:lnTo>
                    <a:pt x="572876" y="8751"/>
                  </a:lnTo>
                  <a:lnTo>
                    <a:pt x="612803" y="14912"/>
                  </a:lnTo>
                  <a:lnTo>
                    <a:pt x="651029" y="22608"/>
                  </a:lnTo>
                  <a:lnTo>
                    <a:pt x="704371" y="36865"/>
                  </a:lnTo>
                  <a:lnTo>
                    <a:pt x="751915" y="54102"/>
                  </a:lnTo>
                  <a:lnTo>
                    <a:pt x="792615" y="73939"/>
                  </a:lnTo>
                  <a:lnTo>
                    <a:pt x="827405" y="97191"/>
                  </a:lnTo>
                  <a:lnTo>
                    <a:pt x="857533" y="129212"/>
                  </a:lnTo>
                  <a:lnTo>
                    <a:pt x="872164" y="168667"/>
                  </a:lnTo>
                  <a:lnTo>
                    <a:pt x="872164" y="174380"/>
                  </a:lnTo>
                  <a:lnTo>
                    <a:pt x="872164" y="180093"/>
                  </a:lnTo>
                  <a:lnTo>
                    <a:pt x="857533" y="219548"/>
                  </a:lnTo>
                  <a:lnTo>
                    <a:pt x="827405" y="251568"/>
                  </a:lnTo>
                  <a:lnTo>
                    <a:pt x="792615" y="274820"/>
                  </a:lnTo>
                  <a:lnTo>
                    <a:pt x="751915" y="294657"/>
                  </a:lnTo>
                  <a:lnTo>
                    <a:pt x="704371" y="311894"/>
                  </a:lnTo>
                  <a:lnTo>
                    <a:pt x="651029" y="326151"/>
                  </a:lnTo>
                  <a:lnTo>
                    <a:pt x="612803" y="333848"/>
                  </a:lnTo>
                  <a:lnTo>
                    <a:pt x="572876" y="340008"/>
                  </a:lnTo>
                  <a:lnTo>
                    <a:pt x="531631" y="344574"/>
                  </a:lnTo>
                  <a:lnTo>
                    <a:pt x="489466" y="347501"/>
                  </a:lnTo>
                  <a:lnTo>
                    <a:pt x="468158" y="348340"/>
                  </a:lnTo>
                  <a:lnTo>
                    <a:pt x="446787" y="3487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7491060" y="2705090"/>
              <a:ext cx="872490" cy="349250"/>
            </a:xfrm>
            <a:custGeom>
              <a:avLst/>
              <a:gdLst/>
              <a:ahLst/>
              <a:cxnLst/>
              <a:rect l="l" t="t" r="r" b="b"/>
              <a:pathLst>
                <a:path w="872490" h="349250">
                  <a:moveTo>
                    <a:pt x="872165" y="174433"/>
                  </a:moveTo>
                  <a:lnTo>
                    <a:pt x="872165" y="180145"/>
                  </a:lnTo>
                  <a:lnTo>
                    <a:pt x="871465" y="185844"/>
                  </a:lnTo>
                  <a:lnTo>
                    <a:pt x="870065" y="191530"/>
                  </a:lnTo>
                  <a:lnTo>
                    <a:pt x="868665" y="197215"/>
                  </a:lnTo>
                  <a:lnTo>
                    <a:pt x="866572" y="202859"/>
                  </a:lnTo>
                  <a:lnTo>
                    <a:pt x="863785" y="208462"/>
                  </a:lnTo>
                  <a:lnTo>
                    <a:pt x="861000" y="214065"/>
                  </a:lnTo>
                  <a:lnTo>
                    <a:pt x="857533" y="219600"/>
                  </a:lnTo>
                  <a:lnTo>
                    <a:pt x="853387" y="225067"/>
                  </a:lnTo>
                  <a:lnTo>
                    <a:pt x="849241" y="230534"/>
                  </a:lnTo>
                  <a:lnTo>
                    <a:pt x="844435" y="235907"/>
                  </a:lnTo>
                  <a:lnTo>
                    <a:pt x="838970" y="241184"/>
                  </a:lnTo>
                  <a:lnTo>
                    <a:pt x="833504" y="246463"/>
                  </a:lnTo>
                  <a:lnTo>
                    <a:pt x="798672" y="271342"/>
                  </a:lnTo>
                  <a:lnTo>
                    <a:pt x="759198" y="291574"/>
                  </a:lnTo>
                  <a:lnTo>
                    <a:pt x="720922" y="306514"/>
                  </a:lnTo>
                  <a:lnTo>
                    <a:pt x="678356" y="319468"/>
                  </a:lnTo>
                  <a:lnTo>
                    <a:pt x="632147" y="330241"/>
                  </a:lnTo>
                  <a:lnTo>
                    <a:pt x="593023" y="337177"/>
                  </a:lnTo>
                  <a:lnTo>
                    <a:pt x="552388" y="342547"/>
                  </a:lnTo>
                  <a:lnTo>
                    <a:pt x="510632" y="346298"/>
                  </a:lnTo>
                  <a:lnTo>
                    <a:pt x="468159" y="348393"/>
                  </a:lnTo>
                  <a:lnTo>
                    <a:pt x="436082" y="348866"/>
                  </a:lnTo>
                  <a:lnTo>
                    <a:pt x="425377" y="348813"/>
                  </a:lnTo>
                  <a:lnTo>
                    <a:pt x="382697" y="347554"/>
                  </a:lnTo>
                  <a:lnTo>
                    <a:pt x="340532" y="344627"/>
                  </a:lnTo>
                  <a:lnTo>
                    <a:pt x="299287" y="340061"/>
                  </a:lnTo>
                  <a:lnTo>
                    <a:pt x="259360" y="333900"/>
                  </a:lnTo>
                  <a:lnTo>
                    <a:pt x="221135" y="326204"/>
                  </a:lnTo>
                  <a:lnTo>
                    <a:pt x="176307" y="314538"/>
                  </a:lnTo>
                  <a:lnTo>
                    <a:pt x="135388" y="300766"/>
                  </a:lnTo>
                  <a:lnTo>
                    <a:pt x="98986" y="285091"/>
                  </a:lnTo>
                  <a:lnTo>
                    <a:pt x="62041" y="264109"/>
                  </a:lnTo>
                  <a:lnTo>
                    <a:pt x="33194" y="241184"/>
                  </a:lnTo>
                  <a:lnTo>
                    <a:pt x="27728" y="235907"/>
                  </a:lnTo>
                  <a:lnTo>
                    <a:pt x="22923" y="230534"/>
                  </a:lnTo>
                  <a:lnTo>
                    <a:pt x="18777" y="225067"/>
                  </a:lnTo>
                  <a:lnTo>
                    <a:pt x="14631" y="219600"/>
                  </a:lnTo>
                  <a:lnTo>
                    <a:pt x="0" y="180145"/>
                  </a:lnTo>
                  <a:lnTo>
                    <a:pt x="0" y="174433"/>
                  </a:lnTo>
                  <a:lnTo>
                    <a:pt x="0" y="168720"/>
                  </a:lnTo>
                  <a:lnTo>
                    <a:pt x="14631" y="129264"/>
                  </a:lnTo>
                  <a:lnTo>
                    <a:pt x="44759" y="97244"/>
                  </a:lnTo>
                  <a:lnTo>
                    <a:pt x="79550" y="73991"/>
                  </a:lnTo>
                  <a:lnTo>
                    <a:pt x="120248" y="54155"/>
                  </a:lnTo>
                  <a:lnTo>
                    <a:pt x="159435" y="39594"/>
                  </a:lnTo>
                  <a:lnTo>
                    <a:pt x="202781" y="27061"/>
                  </a:lnTo>
                  <a:lnTo>
                    <a:pt x="240017" y="18624"/>
                  </a:lnTo>
                  <a:lnTo>
                    <a:pt x="279141" y="11687"/>
                  </a:lnTo>
                  <a:lnTo>
                    <a:pt x="319776" y="6318"/>
                  </a:lnTo>
                  <a:lnTo>
                    <a:pt x="361531" y="2567"/>
                  </a:lnTo>
                  <a:lnTo>
                    <a:pt x="404005" y="472"/>
                  </a:lnTo>
                  <a:lnTo>
                    <a:pt x="436082" y="0"/>
                  </a:lnTo>
                  <a:lnTo>
                    <a:pt x="446787" y="52"/>
                  </a:lnTo>
                  <a:lnTo>
                    <a:pt x="489466" y="1312"/>
                  </a:lnTo>
                  <a:lnTo>
                    <a:pt x="531631" y="4238"/>
                  </a:lnTo>
                  <a:lnTo>
                    <a:pt x="572877" y="8804"/>
                  </a:lnTo>
                  <a:lnTo>
                    <a:pt x="612804" y="14965"/>
                  </a:lnTo>
                  <a:lnTo>
                    <a:pt x="651029" y="22661"/>
                  </a:lnTo>
                  <a:lnTo>
                    <a:pt x="695856" y="34326"/>
                  </a:lnTo>
                  <a:lnTo>
                    <a:pt x="736777" y="48099"/>
                  </a:lnTo>
                  <a:lnTo>
                    <a:pt x="773179" y="63773"/>
                  </a:lnTo>
                  <a:lnTo>
                    <a:pt x="810123" y="84756"/>
                  </a:lnTo>
                  <a:lnTo>
                    <a:pt x="844435" y="112958"/>
                  </a:lnTo>
                  <a:lnTo>
                    <a:pt x="853387" y="123798"/>
                  </a:lnTo>
                  <a:lnTo>
                    <a:pt x="857534" y="129264"/>
                  </a:lnTo>
                  <a:lnTo>
                    <a:pt x="861000" y="134799"/>
                  </a:lnTo>
                  <a:lnTo>
                    <a:pt x="863785" y="140402"/>
                  </a:lnTo>
                  <a:lnTo>
                    <a:pt x="866572" y="146006"/>
                  </a:lnTo>
                  <a:lnTo>
                    <a:pt x="868665" y="151650"/>
                  </a:lnTo>
                  <a:lnTo>
                    <a:pt x="870065" y="157335"/>
                  </a:lnTo>
                  <a:lnTo>
                    <a:pt x="871465" y="163021"/>
                  </a:lnTo>
                  <a:lnTo>
                    <a:pt x="872165" y="168720"/>
                  </a:lnTo>
                  <a:lnTo>
                    <a:pt x="872165" y="174433"/>
                  </a:lnTo>
                  <a:close/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6" name="object 76"/>
          <p:cNvSpPr txBox="1"/>
          <p:nvPr/>
        </p:nvSpPr>
        <p:spPr>
          <a:xfrm>
            <a:off x="7857752" y="2792688"/>
            <a:ext cx="13017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800" spc="-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ID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7617440" y="3049511"/>
            <a:ext cx="881380" cy="1273810"/>
            <a:chOff x="7617440" y="3049511"/>
            <a:chExt cx="881380" cy="1273810"/>
          </a:xfrm>
        </p:grpSpPr>
        <p:sp>
          <p:nvSpPr>
            <p:cNvPr id="78" name="object 78"/>
            <p:cNvSpPr/>
            <p:nvPr/>
          </p:nvSpPr>
          <p:spPr>
            <a:xfrm>
              <a:off x="7927143" y="3053956"/>
              <a:ext cx="262255" cy="262255"/>
            </a:xfrm>
            <a:custGeom>
              <a:avLst/>
              <a:gdLst/>
              <a:ahLst/>
              <a:cxnLst/>
              <a:rect l="l" t="t" r="r" b="b"/>
              <a:pathLst>
                <a:path w="262254" h="262254">
                  <a:moveTo>
                    <a:pt x="261649" y="261649"/>
                  </a:moveTo>
                  <a:lnTo>
                    <a:pt x="0" y="0"/>
                  </a:lnTo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7621885" y="3969729"/>
              <a:ext cx="872490" cy="349250"/>
            </a:xfrm>
            <a:custGeom>
              <a:avLst/>
              <a:gdLst/>
              <a:ahLst/>
              <a:cxnLst/>
              <a:rect l="l" t="t" r="r" b="b"/>
              <a:pathLst>
                <a:path w="872490" h="349250">
                  <a:moveTo>
                    <a:pt x="872165" y="174433"/>
                  </a:moveTo>
                  <a:lnTo>
                    <a:pt x="872165" y="180145"/>
                  </a:lnTo>
                  <a:lnTo>
                    <a:pt x="871465" y="185845"/>
                  </a:lnTo>
                  <a:lnTo>
                    <a:pt x="870065" y="191530"/>
                  </a:lnTo>
                  <a:lnTo>
                    <a:pt x="868665" y="197215"/>
                  </a:lnTo>
                  <a:lnTo>
                    <a:pt x="866572" y="202859"/>
                  </a:lnTo>
                  <a:lnTo>
                    <a:pt x="863785" y="208462"/>
                  </a:lnTo>
                  <a:lnTo>
                    <a:pt x="860999" y="214065"/>
                  </a:lnTo>
                  <a:lnTo>
                    <a:pt x="838969" y="241184"/>
                  </a:lnTo>
                  <a:lnTo>
                    <a:pt x="833504" y="246463"/>
                  </a:lnTo>
                  <a:lnTo>
                    <a:pt x="798671" y="271342"/>
                  </a:lnTo>
                  <a:lnTo>
                    <a:pt x="759197" y="291575"/>
                  </a:lnTo>
                  <a:lnTo>
                    <a:pt x="720921" y="306514"/>
                  </a:lnTo>
                  <a:lnTo>
                    <a:pt x="678355" y="319468"/>
                  </a:lnTo>
                  <a:lnTo>
                    <a:pt x="632146" y="330241"/>
                  </a:lnTo>
                  <a:lnTo>
                    <a:pt x="593022" y="337177"/>
                  </a:lnTo>
                  <a:lnTo>
                    <a:pt x="552387" y="342547"/>
                  </a:lnTo>
                  <a:lnTo>
                    <a:pt x="510632" y="346298"/>
                  </a:lnTo>
                  <a:lnTo>
                    <a:pt x="468160" y="348393"/>
                  </a:lnTo>
                  <a:lnTo>
                    <a:pt x="436082" y="348866"/>
                  </a:lnTo>
                  <a:lnTo>
                    <a:pt x="425377" y="348813"/>
                  </a:lnTo>
                  <a:lnTo>
                    <a:pt x="382698" y="347554"/>
                  </a:lnTo>
                  <a:lnTo>
                    <a:pt x="340533" y="344627"/>
                  </a:lnTo>
                  <a:lnTo>
                    <a:pt x="299288" y="340061"/>
                  </a:lnTo>
                  <a:lnTo>
                    <a:pt x="259360" y="333900"/>
                  </a:lnTo>
                  <a:lnTo>
                    <a:pt x="221134" y="326203"/>
                  </a:lnTo>
                  <a:lnTo>
                    <a:pt x="176307" y="314538"/>
                  </a:lnTo>
                  <a:lnTo>
                    <a:pt x="135387" y="300766"/>
                  </a:lnTo>
                  <a:lnTo>
                    <a:pt x="98985" y="285092"/>
                  </a:lnTo>
                  <a:lnTo>
                    <a:pt x="62041" y="264109"/>
                  </a:lnTo>
                  <a:lnTo>
                    <a:pt x="27728" y="235907"/>
                  </a:lnTo>
                  <a:lnTo>
                    <a:pt x="5593" y="202859"/>
                  </a:lnTo>
                  <a:lnTo>
                    <a:pt x="0" y="174433"/>
                  </a:lnTo>
                  <a:lnTo>
                    <a:pt x="0" y="168720"/>
                  </a:lnTo>
                  <a:lnTo>
                    <a:pt x="700" y="163021"/>
                  </a:lnTo>
                  <a:lnTo>
                    <a:pt x="2100" y="157335"/>
                  </a:lnTo>
                  <a:lnTo>
                    <a:pt x="3500" y="151650"/>
                  </a:lnTo>
                  <a:lnTo>
                    <a:pt x="22923" y="118330"/>
                  </a:lnTo>
                  <a:lnTo>
                    <a:pt x="51490" y="92205"/>
                  </a:lnTo>
                  <a:lnTo>
                    <a:pt x="85816" y="70522"/>
                  </a:lnTo>
                  <a:lnTo>
                    <a:pt x="120248" y="54154"/>
                  </a:lnTo>
                  <a:lnTo>
                    <a:pt x="159434" y="39594"/>
                  </a:lnTo>
                  <a:lnTo>
                    <a:pt x="202780" y="27061"/>
                  </a:lnTo>
                  <a:lnTo>
                    <a:pt x="240016" y="18624"/>
                  </a:lnTo>
                  <a:lnTo>
                    <a:pt x="279140" y="11687"/>
                  </a:lnTo>
                  <a:lnTo>
                    <a:pt x="319777" y="6318"/>
                  </a:lnTo>
                  <a:lnTo>
                    <a:pt x="361532" y="2567"/>
                  </a:lnTo>
                  <a:lnTo>
                    <a:pt x="404006" y="472"/>
                  </a:lnTo>
                  <a:lnTo>
                    <a:pt x="436082" y="0"/>
                  </a:lnTo>
                  <a:lnTo>
                    <a:pt x="446788" y="52"/>
                  </a:lnTo>
                  <a:lnTo>
                    <a:pt x="489467" y="1312"/>
                  </a:lnTo>
                  <a:lnTo>
                    <a:pt x="531631" y="4238"/>
                  </a:lnTo>
                  <a:lnTo>
                    <a:pt x="572876" y="8803"/>
                  </a:lnTo>
                  <a:lnTo>
                    <a:pt x="612803" y="14964"/>
                  </a:lnTo>
                  <a:lnTo>
                    <a:pt x="651029" y="22661"/>
                  </a:lnTo>
                  <a:lnTo>
                    <a:pt x="695855" y="34326"/>
                  </a:lnTo>
                  <a:lnTo>
                    <a:pt x="736776" y="48099"/>
                  </a:lnTo>
                  <a:lnTo>
                    <a:pt x="773177" y="63773"/>
                  </a:lnTo>
                  <a:lnTo>
                    <a:pt x="810123" y="84756"/>
                  </a:lnTo>
                  <a:lnTo>
                    <a:pt x="838968" y="107679"/>
                  </a:lnTo>
                  <a:lnTo>
                    <a:pt x="844434" y="112958"/>
                  </a:lnTo>
                  <a:lnTo>
                    <a:pt x="863785" y="140402"/>
                  </a:lnTo>
                  <a:lnTo>
                    <a:pt x="866572" y="146006"/>
                  </a:lnTo>
                  <a:lnTo>
                    <a:pt x="868665" y="151650"/>
                  </a:lnTo>
                  <a:lnTo>
                    <a:pt x="870065" y="157335"/>
                  </a:lnTo>
                  <a:lnTo>
                    <a:pt x="871465" y="163021"/>
                  </a:lnTo>
                  <a:lnTo>
                    <a:pt x="872165" y="168720"/>
                  </a:lnTo>
                  <a:lnTo>
                    <a:pt x="872165" y="174433"/>
                  </a:lnTo>
                  <a:close/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" name="object 80"/>
          <p:cNvSpPr txBox="1"/>
          <p:nvPr/>
        </p:nvSpPr>
        <p:spPr>
          <a:xfrm>
            <a:off x="7807057" y="4057328"/>
            <a:ext cx="49339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Название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7486615" y="3660026"/>
            <a:ext cx="1143000" cy="2277110"/>
            <a:chOff x="7486615" y="3660026"/>
            <a:chExt cx="1143000" cy="2277110"/>
          </a:xfrm>
        </p:grpSpPr>
        <p:sp>
          <p:nvSpPr>
            <p:cNvPr id="82" name="object 82"/>
            <p:cNvSpPr/>
            <p:nvPr/>
          </p:nvSpPr>
          <p:spPr>
            <a:xfrm>
              <a:off x="7970751" y="3664471"/>
              <a:ext cx="87630" cy="305435"/>
            </a:xfrm>
            <a:custGeom>
              <a:avLst/>
              <a:gdLst/>
              <a:ahLst/>
              <a:cxnLst/>
              <a:rect l="l" t="t" r="r" b="b"/>
              <a:pathLst>
                <a:path w="87629" h="305435">
                  <a:moveTo>
                    <a:pt x="87216" y="305257"/>
                  </a:moveTo>
                  <a:lnTo>
                    <a:pt x="0" y="0"/>
                  </a:lnTo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7491060" y="5574513"/>
              <a:ext cx="1134110" cy="358140"/>
            </a:xfrm>
            <a:custGeom>
              <a:avLst/>
              <a:gdLst/>
              <a:ahLst/>
              <a:cxnLst/>
              <a:rect l="l" t="t" r="r" b="b"/>
              <a:pathLst>
                <a:path w="1134109" h="358139">
                  <a:moveTo>
                    <a:pt x="0" y="0"/>
                  </a:moveTo>
                  <a:lnTo>
                    <a:pt x="1133814" y="0"/>
                  </a:lnTo>
                  <a:lnTo>
                    <a:pt x="1133814" y="357587"/>
                  </a:lnTo>
                  <a:lnTo>
                    <a:pt x="0" y="357587"/>
                  </a:lnTo>
                  <a:lnTo>
                    <a:pt x="0" y="0"/>
                  </a:lnTo>
                  <a:close/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4" name="object 84"/>
          <p:cNvSpPr txBox="1"/>
          <p:nvPr/>
        </p:nvSpPr>
        <p:spPr>
          <a:xfrm>
            <a:off x="7505888" y="5609782"/>
            <a:ext cx="1095375" cy="28194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314960" marR="5080" indent="-302895">
              <a:lnSpc>
                <a:spcPct val="107300"/>
              </a:lnSpc>
              <a:spcBef>
                <a:spcPts val="55"/>
              </a:spcBef>
            </a:pPr>
            <a:r>
              <a:rPr dirty="0" sz="800" spc="-10">
                <a:latin typeface="Arial"/>
                <a:cs typeface="Arial"/>
              </a:rPr>
              <a:t>Машиностроительная компания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7486615" y="4575800"/>
            <a:ext cx="881380" cy="532765"/>
            <a:chOff x="7486615" y="4575800"/>
            <a:chExt cx="881380" cy="532765"/>
          </a:xfrm>
        </p:grpSpPr>
        <p:sp>
          <p:nvSpPr>
            <p:cNvPr id="86" name="object 86"/>
            <p:cNvSpPr/>
            <p:nvPr/>
          </p:nvSpPr>
          <p:spPr>
            <a:xfrm>
              <a:off x="7491060" y="4580245"/>
              <a:ext cx="872490" cy="523875"/>
            </a:xfrm>
            <a:custGeom>
              <a:avLst/>
              <a:gdLst/>
              <a:ahLst/>
              <a:cxnLst/>
              <a:rect l="l" t="t" r="r" b="b"/>
              <a:pathLst>
                <a:path w="872490" h="523875">
                  <a:moveTo>
                    <a:pt x="436082" y="523299"/>
                  </a:moveTo>
                  <a:lnTo>
                    <a:pt x="0" y="261649"/>
                  </a:lnTo>
                  <a:lnTo>
                    <a:pt x="436082" y="0"/>
                  </a:lnTo>
                  <a:lnTo>
                    <a:pt x="872165" y="261649"/>
                  </a:lnTo>
                  <a:lnTo>
                    <a:pt x="436082" y="523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7491060" y="4580245"/>
              <a:ext cx="872490" cy="523875"/>
            </a:xfrm>
            <a:custGeom>
              <a:avLst/>
              <a:gdLst/>
              <a:ahLst/>
              <a:cxnLst/>
              <a:rect l="l" t="t" r="r" b="b"/>
              <a:pathLst>
                <a:path w="872490" h="523875">
                  <a:moveTo>
                    <a:pt x="436082" y="0"/>
                  </a:moveTo>
                  <a:lnTo>
                    <a:pt x="872165" y="261649"/>
                  </a:lnTo>
                  <a:lnTo>
                    <a:pt x="436082" y="523299"/>
                  </a:lnTo>
                  <a:lnTo>
                    <a:pt x="0" y="261649"/>
                  </a:lnTo>
                  <a:lnTo>
                    <a:pt x="436082" y="0"/>
                  </a:lnTo>
                  <a:close/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8" name="object 88"/>
          <p:cNvSpPr txBox="1"/>
          <p:nvPr/>
        </p:nvSpPr>
        <p:spPr>
          <a:xfrm>
            <a:off x="7622131" y="4755060"/>
            <a:ext cx="60134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Производит</a:t>
            </a:r>
            <a:endParaRPr sz="800">
              <a:latin typeface="Arial"/>
              <a:cs typeface="Arial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8363225" y="3559811"/>
            <a:ext cx="366395" cy="1299845"/>
          </a:xfrm>
          <a:custGeom>
            <a:avLst/>
            <a:gdLst/>
            <a:ahLst/>
            <a:cxnLst/>
            <a:rect l="l" t="t" r="r" b="b"/>
            <a:pathLst>
              <a:path w="366395" h="1299845">
                <a:moveTo>
                  <a:pt x="0" y="1264639"/>
                </a:moveTo>
                <a:lnTo>
                  <a:pt x="331422" y="1264639"/>
                </a:lnTo>
                <a:lnTo>
                  <a:pt x="331422" y="34886"/>
                </a:lnTo>
                <a:lnTo>
                  <a:pt x="261649" y="34886"/>
                </a:lnTo>
              </a:path>
              <a:path w="366395" h="1299845">
                <a:moveTo>
                  <a:pt x="261649" y="0"/>
                </a:moveTo>
                <a:lnTo>
                  <a:pt x="366309" y="0"/>
                </a:lnTo>
                <a:lnTo>
                  <a:pt x="366309" y="1299526"/>
                </a:lnTo>
                <a:lnTo>
                  <a:pt x="0" y="1299526"/>
                </a:lnTo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 txBox="1"/>
          <p:nvPr/>
        </p:nvSpPr>
        <p:spPr>
          <a:xfrm>
            <a:off x="8697893" y="3595080"/>
            <a:ext cx="1016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6618285" y="5103544"/>
            <a:ext cx="1452245" cy="1631314"/>
          </a:xfrm>
          <a:custGeom>
            <a:avLst/>
            <a:gdLst/>
            <a:ahLst/>
            <a:cxnLst/>
            <a:rect l="l" t="t" r="r" b="b"/>
            <a:pathLst>
              <a:path w="1452245" h="1631315">
                <a:moveTo>
                  <a:pt x="1326301" y="0"/>
                </a:moveTo>
                <a:lnTo>
                  <a:pt x="1326301" y="218041"/>
                </a:lnTo>
                <a:lnTo>
                  <a:pt x="1451893" y="218041"/>
                </a:lnTo>
                <a:lnTo>
                  <a:pt x="1451457" y="501756"/>
                </a:lnTo>
              </a:path>
              <a:path w="1452245" h="1631315">
                <a:moveTo>
                  <a:pt x="1416570" y="501669"/>
                </a:moveTo>
                <a:lnTo>
                  <a:pt x="1417007" y="252927"/>
                </a:lnTo>
                <a:lnTo>
                  <a:pt x="1291415" y="252927"/>
                </a:lnTo>
                <a:lnTo>
                  <a:pt x="1291415" y="0"/>
                </a:lnTo>
              </a:path>
              <a:path w="1452245" h="1631315">
                <a:moveTo>
                  <a:pt x="349476" y="1630948"/>
                </a:moveTo>
                <a:lnTo>
                  <a:pt x="244816" y="1630948"/>
                </a:lnTo>
                <a:lnTo>
                  <a:pt x="244816" y="759394"/>
                </a:lnTo>
                <a:lnTo>
                  <a:pt x="1221" y="767505"/>
                </a:lnTo>
              </a:path>
              <a:path w="1452245" h="1631315">
                <a:moveTo>
                  <a:pt x="0" y="732618"/>
                </a:moveTo>
                <a:lnTo>
                  <a:pt x="279703" y="723286"/>
                </a:lnTo>
                <a:lnTo>
                  <a:pt x="279703" y="1596062"/>
                </a:lnTo>
                <a:lnTo>
                  <a:pt x="349476" y="1596062"/>
                </a:lnTo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 txBox="1"/>
          <p:nvPr/>
        </p:nvSpPr>
        <p:spPr>
          <a:xfrm>
            <a:off x="6691913" y="5880153"/>
            <a:ext cx="1016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8620430" y="241139"/>
            <a:ext cx="1056005" cy="532765"/>
            <a:chOff x="8620430" y="241139"/>
            <a:chExt cx="1056005" cy="532765"/>
          </a:xfrm>
        </p:grpSpPr>
        <p:sp>
          <p:nvSpPr>
            <p:cNvPr id="94" name="object 94"/>
            <p:cNvSpPr/>
            <p:nvPr/>
          </p:nvSpPr>
          <p:spPr>
            <a:xfrm>
              <a:off x="8624875" y="245584"/>
              <a:ext cx="1047115" cy="523875"/>
            </a:xfrm>
            <a:custGeom>
              <a:avLst/>
              <a:gdLst/>
              <a:ahLst/>
              <a:cxnLst/>
              <a:rect l="l" t="t" r="r" b="b"/>
              <a:pathLst>
                <a:path w="1047115" h="523875">
                  <a:moveTo>
                    <a:pt x="523299" y="523299"/>
                  </a:moveTo>
                  <a:lnTo>
                    <a:pt x="0" y="261649"/>
                  </a:lnTo>
                  <a:lnTo>
                    <a:pt x="523299" y="0"/>
                  </a:lnTo>
                  <a:lnTo>
                    <a:pt x="1046598" y="261649"/>
                  </a:lnTo>
                  <a:lnTo>
                    <a:pt x="523299" y="523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8624875" y="245584"/>
              <a:ext cx="1047115" cy="523875"/>
            </a:xfrm>
            <a:custGeom>
              <a:avLst/>
              <a:gdLst/>
              <a:ahLst/>
              <a:cxnLst/>
              <a:rect l="l" t="t" r="r" b="b"/>
              <a:pathLst>
                <a:path w="1047115" h="523875">
                  <a:moveTo>
                    <a:pt x="523299" y="0"/>
                  </a:moveTo>
                  <a:lnTo>
                    <a:pt x="1046598" y="261649"/>
                  </a:lnTo>
                  <a:lnTo>
                    <a:pt x="523299" y="523299"/>
                  </a:lnTo>
                  <a:lnTo>
                    <a:pt x="0" y="261649"/>
                  </a:lnTo>
                  <a:lnTo>
                    <a:pt x="523299" y="0"/>
                  </a:lnTo>
                  <a:close/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6" name="object 96"/>
          <p:cNvSpPr txBox="1"/>
          <p:nvPr/>
        </p:nvSpPr>
        <p:spPr>
          <a:xfrm>
            <a:off x="8848477" y="420399"/>
            <a:ext cx="59055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Заказывает</a:t>
            </a:r>
            <a:endParaRPr sz="800">
              <a:latin typeface="Arial"/>
              <a:cs typeface="Arial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6400854" y="507233"/>
            <a:ext cx="2224405" cy="1762125"/>
          </a:xfrm>
          <a:custGeom>
            <a:avLst/>
            <a:gdLst/>
            <a:ahLst/>
            <a:cxnLst/>
            <a:rect l="l" t="t" r="r" b="b"/>
            <a:pathLst>
              <a:path w="2224404" h="1762125">
                <a:moveTo>
                  <a:pt x="2224021" y="0"/>
                </a:moveTo>
                <a:lnTo>
                  <a:pt x="654123" y="0"/>
                </a:lnTo>
                <a:lnTo>
                  <a:pt x="654123" y="1412907"/>
                </a:lnTo>
                <a:lnTo>
                  <a:pt x="0" y="1412907"/>
                </a:lnTo>
                <a:lnTo>
                  <a:pt x="0" y="1761773"/>
                </a:lnTo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 txBox="1"/>
          <p:nvPr/>
        </p:nvSpPr>
        <p:spPr>
          <a:xfrm>
            <a:off x="6299438" y="2112400"/>
            <a:ext cx="1016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8057967" y="507233"/>
            <a:ext cx="1701164" cy="5067300"/>
          </a:xfrm>
          <a:custGeom>
            <a:avLst/>
            <a:gdLst/>
            <a:ahLst/>
            <a:cxnLst/>
            <a:rect l="l" t="t" r="r" b="b"/>
            <a:pathLst>
              <a:path w="1701165" h="5067300">
                <a:moveTo>
                  <a:pt x="1613505" y="0"/>
                </a:moveTo>
                <a:lnTo>
                  <a:pt x="1700722" y="0"/>
                </a:lnTo>
                <a:lnTo>
                  <a:pt x="1700722" y="3593320"/>
                </a:lnTo>
                <a:lnTo>
                  <a:pt x="828556" y="3593320"/>
                </a:lnTo>
                <a:lnTo>
                  <a:pt x="828556" y="4552702"/>
                </a:lnTo>
                <a:lnTo>
                  <a:pt x="261649" y="4552702"/>
                </a:lnTo>
                <a:lnTo>
                  <a:pt x="261649" y="5067279"/>
                </a:lnTo>
                <a:lnTo>
                  <a:pt x="0" y="5067279"/>
                </a:lnTo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 txBox="1"/>
          <p:nvPr/>
        </p:nvSpPr>
        <p:spPr>
          <a:xfrm>
            <a:off x="7931152" y="5417906"/>
            <a:ext cx="14351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800" spc="-535">
                <a:latin typeface="Arial"/>
                <a:cs typeface="Arial"/>
              </a:rPr>
              <a:t>N</a:t>
            </a:r>
            <a:r>
              <a:rPr dirty="0" baseline="-17361" sz="1200" spc="-30">
                <a:latin typeface="Arial"/>
                <a:cs typeface="Arial"/>
              </a:rPr>
              <a:t>1</a:t>
            </a:r>
            <a:endParaRPr baseline="-17361" sz="1200">
              <a:latin typeface="Arial"/>
              <a:cs typeface="Arial"/>
            </a:endParaRPr>
          </a:p>
        </p:txBody>
      </p:sp>
      <p:sp>
        <p:nvSpPr>
          <p:cNvPr id="101" name="object 101"/>
          <p:cNvSpPr/>
          <p:nvPr/>
        </p:nvSpPr>
        <p:spPr>
          <a:xfrm>
            <a:off x="8624875" y="768883"/>
            <a:ext cx="541020" cy="2651760"/>
          </a:xfrm>
          <a:custGeom>
            <a:avLst/>
            <a:gdLst/>
            <a:ahLst/>
            <a:cxnLst/>
            <a:rect l="l" t="t" r="r" b="b"/>
            <a:pathLst>
              <a:path w="541020" h="2651760">
                <a:moveTo>
                  <a:pt x="540742" y="0"/>
                </a:moveTo>
                <a:lnTo>
                  <a:pt x="540742" y="1569897"/>
                </a:lnTo>
                <a:lnTo>
                  <a:pt x="540742" y="2651382"/>
                </a:lnTo>
                <a:lnTo>
                  <a:pt x="0" y="2651382"/>
                </a:lnTo>
              </a:path>
              <a:path w="541020" h="2651760">
                <a:moveTo>
                  <a:pt x="0" y="2616495"/>
                </a:moveTo>
                <a:lnTo>
                  <a:pt x="505855" y="2616495"/>
                </a:lnTo>
                <a:lnTo>
                  <a:pt x="505855" y="1604784"/>
                </a:lnTo>
                <a:lnTo>
                  <a:pt x="505855" y="0"/>
                </a:lnTo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 txBox="1"/>
          <p:nvPr/>
        </p:nvSpPr>
        <p:spPr>
          <a:xfrm>
            <a:off x="8536159" y="3246214"/>
            <a:ext cx="889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pic>
        <p:nvPicPr>
          <p:cNvPr id="103" name="object 10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63400" y="4974289"/>
            <a:ext cx="3410167" cy="2270420"/>
          </a:xfrm>
          <a:prstGeom prst="rect">
            <a:avLst/>
          </a:prstGeom>
        </p:spPr>
      </p:pic>
      <p:sp>
        <p:nvSpPr>
          <p:cNvPr id="104" name="object 104"/>
          <p:cNvSpPr txBox="1"/>
          <p:nvPr/>
        </p:nvSpPr>
        <p:spPr>
          <a:xfrm>
            <a:off x="7151026" y="6630215"/>
            <a:ext cx="49720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Собирает</a:t>
            </a:r>
            <a:endParaRPr sz="800">
              <a:latin typeface="Arial"/>
              <a:cs typeface="Arial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8104684" y="5941205"/>
            <a:ext cx="8382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pic>
        <p:nvPicPr>
          <p:cNvPr id="106" name="object 10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7728" y="712192"/>
            <a:ext cx="6549960" cy="3872413"/>
          </a:xfrm>
          <a:prstGeom prst="rect">
            <a:avLst/>
          </a:prstGeom>
        </p:spPr>
      </p:pic>
      <p:sp>
        <p:nvSpPr>
          <p:cNvPr id="107" name="object 107"/>
          <p:cNvSpPr txBox="1"/>
          <p:nvPr/>
        </p:nvSpPr>
        <p:spPr>
          <a:xfrm>
            <a:off x="989042" y="3054338"/>
            <a:ext cx="26162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25">
                <a:latin typeface="Arial"/>
                <a:cs typeface="Arial"/>
              </a:rPr>
              <a:t>ФИО</a:t>
            </a:r>
            <a:endParaRPr sz="800">
              <a:latin typeface="Arial"/>
              <a:cs typeface="Arial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448845" y="2356606"/>
            <a:ext cx="4699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Фамилия</a:t>
            </a:r>
            <a:endParaRPr sz="800">
              <a:latin typeface="Arial"/>
              <a:cs typeface="Arial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1092475" y="1815863"/>
            <a:ext cx="22987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25">
                <a:latin typeface="Arial"/>
                <a:cs typeface="Arial"/>
              </a:rPr>
              <a:t>Имя</a:t>
            </a:r>
            <a:endParaRPr sz="800">
              <a:latin typeface="Arial"/>
              <a:cs typeface="Arial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1490128" y="2356606"/>
            <a:ext cx="48069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Отчество</a:t>
            </a:r>
            <a:endParaRPr sz="800">
              <a:latin typeface="Arial"/>
              <a:cs typeface="Arial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3261059" y="3228389"/>
            <a:ext cx="262255" cy="262255"/>
          </a:xfrm>
          <a:custGeom>
            <a:avLst/>
            <a:gdLst/>
            <a:ahLst/>
            <a:cxnLst/>
            <a:rect l="l" t="t" r="r" b="b"/>
            <a:pathLst>
              <a:path w="262254" h="262254">
                <a:moveTo>
                  <a:pt x="261649" y="130824"/>
                </a:moveTo>
                <a:lnTo>
                  <a:pt x="256017" y="168801"/>
                </a:lnTo>
                <a:lnTo>
                  <a:pt x="239601" y="203506"/>
                </a:lnTo>
                <a:lnTo>
                  <a:pt x="213819" y="231954"/>
                </a:lnTo>
                <a:lnTo>
                  <a:pt x="180888" y="251690"/>
                </a:lnTo>
                <a:lnTo>
                  <a:pt x="143647" y="261020"/>
                </a:lnTo>
                <a:lnTo>
                  <a:pt x="130824" y="261649"/>
                </a:lnTo>
                <a:lnTo>
                  <a:pt x="124397" y="261492"/>
                </a:lnTo>
                <a:lnTo>
                  <a:pt x="86758" y="254005"/>
                </a:lnTo>
                <a:lnTo>
                  <a:pt x="52885" y="235899"/>
                </a:lnTo>
                <a:lnTo>
                  <a:pt x="25748" y="208763"/>
                </a:lnTo>
                <a:lnTo>
                  <a:pt x="7643" y="174890"/>
                </a:lnTo>
                <a:lnTo>
                  <a:pt x="156" y="137251"/>
                </a:lnTo>
                <a:lnTo>
                  <a:pt x="0" y="130824"/>
                </a:lnTo>
                <a:lnTo>
                  <a:pt x="156" y="124397"/>
                </a:lnTo>
                <a:lnTo>
                  <a:pt x="7643" y="86758"/>
                </a:lnTo>
                <a:lnTo>
                  <a:pt x="25748" y="52885"/>
                </a:lnTo>
                <a:lnTo>
                  <a:pt x="52885" y="25748"/>
                </a:lnTo>
                <a:lnTo>
                  <a:pt x="86758" y="7643"/>
                </a:lnTo>
                <a:lnTo>
                  <a:pt x="124397" y="157"/>
                </a:lnTo>
                <a:lnTo>
                  <a:pt x="130824" y="0"/>
                </a:lnTo>
                <a:lnTo>
                  <a:pt x="137251" y="157"/>
                </a:lnTo>
                <a:lnTo>
                  <a:pt x="174890" y="7643"/>
                </a:lnTo>
                <a:lnTo>
                  <a:pt x="208763" y="25748"/>
                </a:lnTo>
                <a:lnTo>
                  <a:pt x="235899" y="52885"/>
                </a:lnTo>
                <a:lnTo>
                  <a:pt x="254004" y="86758"/>
                </a:lnTo>
                <a:lnTo>
                  <a:pt x="261492" y="124397"/>
                </a:lnTo>
                <a:lnTo>
                  <a:pt x="261649" y="130824"/>
                </a:lnTo>
                <a:close/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 txBox="1"/>
          <p:nvPr/>
        </p:nvSpPr>
        <p:spPr>
          <a:xfrm>
            <a:off x="3345660" y="3272379"/>
            <a:ext cx="8382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latin typeface="Arial"/>
                <a:cs typeface="Arial"/>
              </a:rPr>
              <a:t>o</a:t>
            </a:r>
            <a:endParaRPr sz="800">
              <a:latin typeface="Arial"/>
              <a:cs typeface="Arial"/>
            </a:endParaRPr>
          </a:p>
        </p:txBody>
      </p:sp>
      <p:sp>
        <p:nvSpPr>
          <p:cNvPr id="113" name="object 113"/>
          <p:cNvSpPr/>
          <p:nvPr/>
        </p:nvSpPr>
        <p:spPr>
          <a:xfrm>
            <a:off x="4394873" y="4978650"/>
            <a:ext cx="218440" cy="218440"/>
          </a:xfrm>
          <a:custGeom>
            <a:avLst/>
            <a:gdLst/>
            <a:ahLst/>
            <a:cxnLst/>
            <a:rect l="l" t="t" r="r" b="b"/>
            <a:pathLst>
              <a:path w="218439" h="218439">
                <a:moveTo>
                  <a:pt x="218041" y="109020"/>
                </a:moveTo>
                <a:lnTo>
                  <a:pt x="218041" y="116178"/>
                </a:lnTo>
                <a:lnTo>
                  <a:pt x="217342" y="123268"/>
                </a:lnTo>
                <a:lnTo>
                  <a:pt x="215946" y="130288"/>
                </a:lnTo>
                <a:lnTo>
                  <a:pt x="214549" y="137309"/>
                </a:lnTo>
                <a:lnTo>
                  <a:pt x="199667" y="169588"/>
                </a:lnTo>
                <a:lnTo>
                  <a:pt x="195690" y="175540"/>
                </a:lnTo>
                <a:lnTo>
                  <a:pt x="169588" y="199666"/>
                </a:lnTo>
                <a:lnTo>
                  <a:pt x="163636" y="203644"/>
                </a:lnTo>
                <a:lnTo>
                  <a:pt x="123268" y="217342"/>
                </a:lnTo>
                <a:lnTo>
                  <a:pt x="109020" y="218041"/>
                </a:lnTo>
                <a:lnTo>
                  <a:pt x="101862" y="218040"/>
                </a:lnTo>
                <a:lnTo>
                  <a:pt x="60686" y="207002"/>
                </a:lnTo>
                <a:lnTo>
                  <a:pt x="48451" y="199666"/>
                </a:lnTo>
                <a:lnTo>
                  <a:pt x="42499" y="195690"/>
                </a:lnTo>
                <a:lnTo>
                  <a:pt x="36993" y="191171"/>
                </a:lnTo>
                <a:lnTo>
                  <a:pt x="31931" y="186109"/>
                </a:lnTo>
                <a:lnTo>
                  <a:pt x="26869" y="181047"/>
                </a:lnTo>
                <a:lnTo>
                  <a:pt x="22350" y="175540"/>
                </a:lnTo>
                <a:lnTo>
                  <a:pt x="18373" y="169588"/>
                </a:lnTo>
                <a:lnTo>
                  <a:pt x="14395" y="163636"/>
                </a:lnTo>
                <a:lnTo>
                  <a:pt x="2094" y="130288"/>
                </a:lnTo>
                <a:lnTo>
                  <a:pt x="698" y="123268"/>
                </a:lnTo>
                <a:lnTo>
                  <a:pt x="0" y="116178"/>
                </a:lnTo>
                <a:lnTo>
                  <a:pt x="0" y="109020"/>
                </a:lnTo>
                <a:lnTo>
                  <a:pt x="0" y="101861"/>
                </a:lnTo>
                <a:lnTo>
                  <a:pt x="11037" y="60685"/>
                </a:lnTo>
                <a:lnTo>
                  <a:pt x="18373" y="48451"/>
                </a:lnTo>
                <a:lnTo>
                  <a:pt x="22350" y="42499"/>
                </a:lnTo>
                <a:lnTo>
                  <a:pt x="26869" y="36993"/>
                </a:lnTo>
                <a:lnTo>
                  <a:pt x="31931" y="31931"/>
                </a:lnTo>
                <a:lnTo>
                  <a:pt x="36993" y="26869"/>
                </a:lnTo>
                <a:lnTo>
                  <a:pt x="67300" y="8298"/>
                </a:lnTo>
                <a:lnTo>
                  <a:pt x="73913" y="5559"/>
                </a:lnTo>
                <a:lnTo>
                  <a:pt x="80730" y="3491"/>
                </a:lnTo>
                <a:lnTo>
                  <a:pt x="87751" y="2095"/>
                </a:lnTo>
                <a:lnTo>
                  <a:pt x="94772" y="698"/>
                </a:lnTo>
                <a:lnTo>
                  <a:pt x="101862" y="0"/>
                </a:lnTo>
                <a:lnTo>
                  <a:pt x="109020" y="0"/>
                </a:lnTo>
                <a:lnTo>
                  <a:pt x="116179" y="0"/>
                </a:lnTo>
                <a:lnTo>
                  <a:pt x="123268" y="698"/>
                </a:lnTo>
                <a:lnTo>
                  <a:pt x="130289" y="2095"/>
                </a:lnTo>
                <a:lnTo>
                  <a:pt x="137309" y="3491"/>
                </a:lnTo>
                <a:lnTo>
                  <a:pt x="175540" y="22349"/>
                </a:lnTo>
                <a:lnTo>
                  <a:pt x="199667" y="48451"/>
                </a:lnTo>
                <a:lnTo>
                  <a:pt x="203644" y="54403"/>
                </a:lnTo>
                <a:lnTo>
                  <a:pt x="217342" y="94771"/>
                </a:lnTo>
                <a:lnTo>
                  <a:pt x="218041" y="101861"/>
                </a:lnTo>
                <a:lnTo>
                  <a:pt x="218041" y="109020"/>
                </a:lnTo>
                <a:close/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 txBox="1"/>
          <p:nvPr/>
        </p:nvSpPr>
        <p:spPr>
          <a:xfrm>
            <a:off x="4457670" y="4999266"/>
            <a:ext cx="8382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latin typeface="Arial"/>
                <a:cs typeface="Arial"/>
              </a:rPr>
              <a:t>o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15" name="object 115"/>
          <p:cNvGrpSpPr/>
          <p:nvPr/>
        </p:nvGrpSpPr>
        <p:grpSpPr>
          <a:xfrm>
            <a:off x="422077" y="4145648"/>
            <a:ext cx="4130040" cy="1215390"/>
            <a:chOff x="422077" y="4145648"/>
            <a:chExt cx="4130040" cy="1215390"/>
          </a:xfrm>
        </p:grpSpPr>
        <p:sp>
          <p:nvSpPr>
            <p:cNvPr id="116" name="object 116"/>
            <p:cNvSpPr/>
            <p:nvPr/>
          </p:nvSpPr>
          <p:spPr>
            <a:xfrm>
              <a:off x="3522708" y="4844511"/>
              <a:ext cx="1024890" cy="512445"/>
            </a:xfrm>
            <a:custGeom>
              <a:avLst/>
              <a:gdLst/>
              <a:ahLst/>
              <a:cxnLst/>
              <a:rect l="l" t="t" r="r" b="b"/>
              <a:pathLst>
                <a:path w="1024889" h="512445">
                  <a:moveTo>
                    <a:pt x="1005606" y="1744"/>
                  </a:moveTo>
                  <a:lnTo>
                    <a:pt x="998629" y="135011"/>
                  </a:lnTo>
                </a:path>
                <a:path w="1024889" h="512445">
                  <a:moveTo>
                    <a:pt x="963742" y="133267"/>
                  </a:moveTo>
                  <a:lnTo>
                    <a:pt x="970719" y="0"/>
                  </a:lnTo>
                </a:path>
                <a:path w="1024889" h="512445">
                  <a:moveTo>
                    <a:pt x="940019" y="76140"/>
                  </a:moveTo>
                  <a:lnTo>
                    <a:pt x="947692" y="62571"/>
                  </a:lnTo>
                  <a:lnTo>
                    <a:pt x="959272" y="52820"/>
                  </a:lnTo>
                  <a:lnTo>
                    <a:pt x="973502" y="47599"/>
                  </a:lnTo>
                  <a:lnTo>
                    <a:pt x="989122" y="47620"/>
                  </a:lnTo>
                  <a:lnTo>
                    <a:pt x="1003686" y="53154"/>
                  </a:lnTo>
                  <a:lnTo>
                    <a:pt x="1015102" y="63112"/>
                  </a:lnTo>
                  <a:lnTo>
                    <a:pt x="1022446" y="76356"/>
                  </a:lnTo>
                  <a:lnTo>
                    <a:pt x="1024794" y="91751"/>
                  </a:lnTo>
                </a:path>
                <a:path w="1024889" h="512445">
                  <a:moveTo>
                    <a:pt x="872165" y="243159"/>
                  </a:moveTo>
                  <a:lnTo>
                    <a:pt x="0" y="511961"/>
                  </a:lnTo>
                </a:path>
                <a:path w="1024889" h="512445">
                  <a:moveTo>
                    <a:pt x="872165" y="243159"/>
                  </a:moveTo>
                  <a:lnTo>
                    <a:pt x="0" y="40991"/>
                  </a:lnTo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426522" y="4150093"/>
              <a:ext cx="872490" cy="349250"/>
            </a:xfrm>
            <a:custGeom>
              <a:avLst/>
              <a:gdLst/>
              <a:ahLst/>
              <a:cxnLst/>
              <a:rect l="l" t="t" r="r" b="b"/>
              <a:pathLst>
                <a:path w="872490" h="349250">
                  <a:moveTo>
                    <a:pt x="872165" y="174433"/>
                  </a:moveTo>
                  <a:lnTo>
                    <a:pt x="872165" y="180146"/>
                  </a:lnTo>
                  <a:lnTo>
                    <a:pt x="871465" y="185845"/>
                  </a:lnTo>
                  <a:lnTo>
                    <a:pt x="870065" y="191530"/>
                  </a:lnTo>
                  <a:lnTo>
                    <a:pt x="868665" y="197216"/>
                  </a:lnTo>
                  <a:lnTo>
                    <a:pt x="866572" y="202860"/>
                  </a:lnTo>
                  <a:lnTo>
                    <a:pt x="863785" y="208463"/>
                  </a:lnTo>
                  <a:lnTo>
                    <a:pt x="860999" y="214066"/>
                  </a:lnTo>
                  <a:lnTo>
                    <a:pt x="857533" y="219601"/>
                  </a:lnTo>
                  <a:lnTo>
                    <a:pt x="853387" y="225068"/>
                  </a:lnTo>
                  <a:lnTo>
                    <a:pt x="849241" y="230535"/>
                  </a:lnTo>
                  <a:lnTo>
                    <a:pt x="844435" y="235907"/>
                  </a:lnTo>
                  <a:lnTo>
                    <a:pt x="838970" y="241185"/>
                  </a:lnTo>
                  <a:lnTo>
                    <a:pt x="833504" y="246463"/>
                  </a:lnTo>
                  <a:lnTo>
                    <a:pt x="798671" y="271342"/>
                  </a:lnTo>
                  <a:lnTo>
                    <a:pt x="759198" y="291575"/>
                  </a:lnTo>
                  <a:lnTo>
                    <a:pt x="720922" y="306514"/>
                  </a:lnTo>
                  <a:lnTo>
                    <a:pt x="678357" y="319468"/>
                  </a:lnTo>
                  <a:lnTo>
                    <a:pt x="632147" y="330241"/>
                  </a:lnTo>
                  <a:lnTo>
                    <a:pt x="593023" y="337178"/>
                  </a:lnTo>
                  <a:lnTo>
                    <a:pt x="552388" y="342548"/>
                  </a:lnTo>
                  <a:lnTo>
                    <a:pt x="510632" y="346298"/>
                  </a:lnTo>
                  <a:lnTo>
                    <a:pt x="468159" y="348393"/>
                  </a:lnTo>
                  <a:lnTo>
                    <a:pt x="436082" y="348866"/>
                  </a:lnTo>
                  <a:lnTo>
                    <a:pt x="425377" y="348813"/>
                  </a:lnTo>
                  <a:lnTo>
                    <a:pt x="382698" y="347554"/>
                  </a:lnTo>
                  <a:lnTo>
                    <a:pt x="340533" y="344627"/>
                  </a:lnTo>
                  <a:lnTo>
                    <a:pt x="299288" y="340061"/>
                  </a:lnTo>
                  <a:lnTo>
                    <a:pt x="259360" y="333900"/>
                  </a:lnTo>
                  <a:lnTo>
                    <a:pt x="221135" y="326204"/>
                  </a:lnTo>
                  <a:lnTo>
                    <a:pt x="176308" y="314539"/>
                  </a:lnTo>
                  <a:lnTo>
                    <a:pt x="135388" y="300766"/>
                  </a:lnTo>
                  <a:lnTo>
                    <a:pt x="98986" y="285092"/>
                  </a:lnTo>
                  <a:lnTo>
                    <a:pt x="62041" y="264109"/>
                  </a:lnTo>
                  <a:lnTo>
                    <a:pt x="33194" y="241185"/>
                  </a:lnTo>
                  <a:lnTo>
                    <a:pt x="27729" y="235907"/>
                  </a:lnTo>
                  <a:lnTo>
                    <a:pt x="8379" y="208462"/>
                  </a:lnTo>
                  <a:lnTo>
                    <a:pt x="5592" y="202859"/>
                  </a:lnTo>
                  <a:lnTo>
                    <a:pt x="0" y="174433"/>
                  </a:lnTo>
                  <a:lnTo>
                    <a:pt x="0" y="168720"/>
                  </a:lnTo>
                  <a:lnTo>
                    <a:pt x="699" y="163021"/>
                  </a:lnTo>
                  <a:lnTo>
                    <a:pt x="2099" y="157335"/>
                  </a:lnTo>
                  <a:lnTo>
                    <a:pt x="3499" y="151650"/>
                  </a:lnTo>
                  <a:lnTo>
                    <a:pt x="18777" y="123797"/>
                  </a:lnTo>
                  <a:lnTo>
                    <a:pt x="22923" y="118330"/>
                  </a:lnTo>
                  <a:lnTo>
                    <a:pt x="51492" y="92205"/>
                  </a:lnTo>
                  <a:lnTo>
                    <a:pt x="85817" y="70523"/>
                  </a:lnTo>
                  <a:lnTo>
                    <a:pt x="120248" y="54155"/>
                  </a:lnTo>
                  <a:lnTo>
                    <a:pt x="159434" y="39594"/>
                  </a:lnTo>
                  <a:lnTo>
                    <a:pt x="202782" y="27061"/>
                  </a:lnTo>
                  <a:lnTo>
                    <a:pt x="240017" y="18624"/>
                  </a:lnTo>
                  <a:lnTo>
                    <a:pt x="279141" y="11687"/>
                  </a:lnTo>
                  <a:lnTo>
                    <a:pt x="319776" y="6318"/>
                  </a:lnTo>
                  <a:lnTo>
                    <a:pt x="361532" y="2567"/>
                  </a:lnTo>
                  <a:lnTo>
                    <a:pt x="404005" y="472"/>
                  </a:lnTo>
                  <a:lnTo>
                    <a:pt x="436082" y="0"/>
                  </a:lnTo>
                  <a:lnTo>
                    <a:pt x="446787" y="52"/>
                  </a:lnTo>
                  <a:lnTo>
                    <a:pt x="489466" y="1312"/>
                  </a:lnTo>
                  <a:lnTo>
                    <a:pt x="531631" y="4238"/>
                  </a:lnTo>
                  <a:lnTo>
                    <a:pt x="572876" y="8804"/>
                  </a:lnTo>
                  <a:lnTo>
                    <a:pt x="612804" y="14964"/>
                  </a:lnTo>
                  <a:lnTo>
                    <a:pt x="651029" y="22661"/>
                  </a:lnTo>
                  <a:lnTo>
                    <a:pt x="695856" y="34326"/>
                  </a:lnTo>
                  <a:lnTo>
                    <a:pt x="736776" y="48099"/>
                  </a:lnTo>
                  <a:lnTo>
                    <a:pt x="773178" y="63773"/>
                  </a:lnTo>
                  <a:lnTo>
                    <a:pt x="810123" y="84756"/>
                  </a:lnTo>
                  <a:lnTo>
                    <a:pt x="844435" y="112958"/>
                  </a:lnTo>
                  <a:lnTo>
                    <a:pt x="853387" y="123797"/>
                  </a:lnTo>
                  <a:lnTo>
                    <a:pt x="857533" y="129264"/>
                  </a:lnTo>
                  <a:lnTo>
                    <a:pt x="870065" y="157335"/>
                  </a:lnTo>
                  <a:lnTo>
                    <a:pt x="871465" y="163021"/>
                  </a:lnTo>
                  <a:lnTo>
                    <a:pt x="872165" y="168720"/>
                  </a:lnTo>
                  <a:lnTo>
                    <a:pt x="872165" y="174433"/>
                  </a:lnTo>
                  <a:close/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8" name="object 118"/>
          <p:cNvSpPr txBox="1"/>
          <p:nvPr/>
        </p:nvSpPr>
        <p:spPr>
          <a:xfrm>
            <a:off x="2629036" y="2443822"/>
            <a:ext cx="32512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Адрес</a:t>
            </a:r>
            <a:endParaRPr sz="800">
              <a:latin typeface="Arial"/>
              <a:cs typeface="Arial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1103650" y="1135574"/>
            <a:ext cx="38163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Страна</a:t>
            </a:r>
            <a:endParaRPr sz="800">
              <a:latin typeface="Arial"/>
              <a:cs typeface="Arial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1924985" y="1466997"/>
            <a:ext cx="30861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Город</a:t>
            </a:r>
            <a:endParaRPr sz="800">
              <a:latin typeface="Arial"/>
              <a:cs typeface="Arial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2353981" y="1048358"/>
            <a:ext cx="32258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Улица</a:t>
            </a:r>
            <a:endParaRPr sz="800">
              <a:latin typeface="Arial"/>
              <a:cs typeface="Arial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2968448" y="1397224"/>
            <a:ext cx="22796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25">
                <a:latin typeface="Arial"/>
                <a:cs typeface="Arial"/>
              </a:rPr>
              <a:t>Дом</a:t>
            </a:r>
            <a:endParaRPr sz="800">
              <a:latin typeface="Arial"/>
              <a:cs typeface="Arial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3453863" y="961142"/>
            <a:ext cx="47815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Квартира</a:t>
            </a:r>
            <a:endParaRPr sz="800">
              <a:latin typeface="Arial"/>
              <a:cs typeface="Arial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476373" y="4240483"/>
            <a:ext cx="76390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>
                <a:latin typeface="Arial"/>
                <a:cs typeface="Arial"/>
              </a:rPr>
              <a:t>Дата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рождения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25" name="object 125"/>
          <p:cNvGrpSpPr/>
          <p:nvPr/>
        </p:nvGrpSpPr>
        <p:grpSpPr>
          <a:xfrm>
            <a:off x="858160" y="3790851"/>
            <a:ext cx="5765800" cy="3192780"/>
            <a:chOff x="858160" y="3790851"/>
            <a:chExt cx="5765800" cy="3192780"/>
          </a:xfrm>
        </p:grpSpPr>
        <p:sp>
          <p:nvSpPr>
            <p:cNvPr id="126" name="object 126"/>
            <p:cNvSpPr/>
            <p:nvPr/>
          </p:nvSpPr>
          <p:spPr>
            <a:xfrm>
              <a:off x="862605" y="3795296"/>
              <a:ext cx="480059" cy="354965"/>
            </a:xfrm>
            <a:custGeom>
              <a:avLst/>
              <a:gdLst/>
              <a:ahLst/>
              <a:cxnLst/>
              <a:rect l="l" t="t" r="r" b="b"/>
              <a:pathLst>
                <a:path w="480059" h="354964">
                  <a:moveTo>
                    <a:pt x="479690" y="0"/>
                  </a:moveTo>
                  <a:lnTo>
                    <a:pt x="0" y="354796"/>
                  </a:lnTo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5746730" y="6629833"/>
              <a:ext cx="872490" cy="349250"/>
            </a:xfrm>
            <a:custGeom>
              <a:avLst/>
              <a:gdLst/>
              <a:ahLst/>
              <a:cxnLst/>
              <a:rect l="l" t="t" r="r" b="b"/>
              <a:pathLst>
                <a:path w="872490" h="349250">
                  <a:moveTo>
                    <a:pt x="872165" y="174433"/>
                  </a:moveTo>
                  <a:lnTo>
                    <a:pt x="872165" y="180145"/>
                  </a:lnTo>
                  <a:lnTo>
                    <a:pt x="871465" y="185845"/>
                  </a:lnTo>
                  <a:lnTo>
                    <a:pt x="870065" y="191530"/>
                  </a:lnTo>
                  <a:lnTo>
                    <a:pt x="868666" y="197215"/>
                  </a:lnTo>
                  <a:lnTo>
                    <a:pt x="866573" y="202859"/>
                  </a:lnTo>
                  <a:lnTo>
                    <a:pt x="863786" y="208462"/>
                  </a:lnTo>
                  <a:lnTo>
                    <a:pt x="860999" y="214065"/>
                  </a:lnTo>
                  <a:lnTo>
                    <a:pt x="838970" y="241184"/>
                  </a:lnTo>
                  <a:lnTo>
                    <a:pt x="833504" y="246462"/>
                  </a:lnTo>
                  <a:lnTo>
                    <a:pt x="798672" y="271341"/>
                  </a:lnTo>
                  <a:lnTo>
                    <a:pt x="759199" y="291574"/>
                  </a:lnTo>
                  <a:lnTo>
                    <a:pt x="720922" y="306513"/>
                  </a:lnTo>
                  <a:lnTo>
                    <a:pt x="678356" y="319468"/>
                  </a:lnTo>
                  <a:lnTo>
                    <a:pt x="632147" y="330241"/>
                  </a:lnTo>
                  <a:lnTo>
                    <a:pt x="593023" y="337177"/>
                  </a:lnTo>
                  <a:lnTo>
                    <a:pt x="552388" y="342547"/>
                  </a:lnTo>
                  <a:lnTo>
                    <a:pt x="510633" y="346298"/>
                  </a:lnTo>
                  <a:lnTo>
                    <a:pt x="468159" y="348393"/>
                  </a:lnTo>
                  <a:lnTo>
                    <a:pt x="436082" y="348866"/>
                  </a:lnTo>
                  <a:lnTo>
                    <a:pt x="425377" y="348813"/>
                  </a:lnTo>
                  <a:lnTo>
                    <a:pt x="382698" y="347554"/>
                  </a:lnTo>
                  <a:lnTo>
                    <a:pt x="340533" y="344627"/>
                  </a:lnTo>
                  <a:lnTo>
                    <a:pt x="299288" y="340061"/>
                  </a:lnTo>
                  <a:lnTo>
                    <a:pt x="259360" y="333900"/>
                  </a:lnTo>
                  <a:lnTo>
                    <a:pt x="221135" y="326204"/>
                  </a:lnTo>
                  <a:lnTo>
                    <a:pt x="176307" y="314538"/>
                  </a:lnTo>
                  <a:lnTo>
                    <a:pt x="135387" y="300765"/>
                  </a:lnTo>
                  <a:lnTo>
                    <a:pt x="98986" y="285091"/>
                  </a:lnTo>
                  <a:lnTo>
                    <a:pt x="62041" y="264108"/>
                  </a:lnTo>
                  <a:lnTo>
                    <a:pt x="33194" y="241184"/>
                  </a:lnTo>
                  <a:lnTo>
                    <a:pt x="27728" y="235906"/>
                  </a:lnTo>
                  <a:lnTo>
                    <a:pt x="5592" y="202859"/>
                  </a:lnTo>
                  <a:lnTo>
                    <a:pt x="2100" y="191530"/>
                  </a:lnTo>
                  <a:lnTo>
                    <a:pt x="699" y="185845"/>
                  </a:lnTo>
                  <a:lnTo>
                    <a:pt x="0" y="180145"/>
                  </a:lnTo>
                  <a:lnTo>
                    <a:pt x="0" y="174433"/>
                  </a:lnTo>
                  <a:lnTo>
                    <a:pt x="0" y="168720"/>
                  </a:lnTo>
                  <a:lnTo>
                    <a:pt x="699" y="163021"/>
                  </a:lnTo>
                  <a:lnTo>
                    <a:pt x="2100" y="157335"/>
                  </a:lnTo>
                  <a:lnTo>
                    <a:pt x="3500" y="151649"/>
                  </a:lnTo>
                  <a:lnTo>
                    <a:pt x="22923" y="118330"/>
                  </a:lnTo>
                  <a:lnTo>
                    <a:pt x="51492" y="92204"/>
                  </a:lnTo>
                  <a:lnTo>
                    <a:pt x="85817" y="70522"/>
                  </a:lnTo>
                  <a:lnTo>
                    <a:pt x="120248" y="54155"/>
                  </a:lnTo>
                  <a:lnTo>
                    <a:pt x="159434" y="39594"/>
                  </a:lnTo>
                  <a:lnTo>
                    <a:pt x="202781" y="27061"/>
                  </a:lnTo>
                  <a:lnTo>
                    <a:pt x="240017" y="18624"/>
                  </a:lnTo>
                  <a:lnTo>
                    <a:pt x="279141" y="11687"/>
                  </a:lnTo>
                  <a:lnTo>
                    <a:pt x="319777" y="6318"/>
                  </a:lnTo>
                  <a:lnTo>
                    <a:pt x="361532" y="2567"/>
                  </a:lnTo>
                  <a:lnTo>
                    <a:pt x="404006" y="473"/>
                  </a:lnTo>
                  <a:lnTo>
                    <a:pt x="436082" y="0"/>
                  </a:lnTo>
                  <a:lnTo>
                    <a:pt x="446787" y="52"/>
                  </a:lnTo>
                  <a:lnTo>
                    <a:pt x="489467" y="1312"/>
                  </a:lnTo>
                  <a:lnTo>
                    <a:pt x="531632" y="4238"/>
                  </a:lnTo>
                  <a:lnTo>
                    <a:pt x="572876" y="8804"/>
                  </a:lnTo>
                  <a:lnTo>
                    <a:pt x="612803" y="14965"/>
                  </a:lnTo>
                  <a:lnTo>
                    <a:pt x="651029" y="22662"/>
                  </a:lnTo>
                  <a:lnTo>
                    <a:pt x="695856" y="34326"/>
                  </a:lnTo>
                  <a:lnTo>
                    <a:pt x="736777" y="48099"/>
                  </a:lnTo>
                  <a:lnTo>
                    <a:pt x="773178" y="63773"/>
                  </a:lnTo>
                  <a:lnTo>
                    <a:pt x="810123" y="84755"/>
                  </a:lnTo>
                  <a:lnTo>
                    <a:pt x="838969" y="107679"/>
                  </a:lnTo>
                  <a:lnTo>
                    <a:pt x="844435" y="112957"/>
                  </a:lnTo>
                  <a:lnTo>
                    <a:pt x="863785" y="140402"/>
                  </a:lnTo>
                  <a:lnTo>
                    <a:pt x="866572" y="146005"/>
                  </a:lnTo>
                  <a:lnTo>
                    <a:pt x="868666" y="151649"/>
                  </a:lnTo>
                  <a:lnTo>
                    <a:pt x="870065" y="157335"/>
                  </a:lnTo>
                  <a:lnTo>
                    <a:pt x="871465" y="163021"/>
                  </a:lnTo>
                  <a:lnTo>
                    <a:pt x="872165" y="168720"/>
                  </a:lnTo>
                  <a:lnTo>
                    <a:pt x="872165" y="174433"/>
                  </a:lnTo>
                  <a:close/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8" name="object 128"/>
          <p:cNvSpPr txBox="1"/>
          <p:nvPr/>
        </p:nvSpPr>
        <p:spPr>
          <a:xfrm>
            <a:off x="8142705" y="6979081"/>
            <a:ext cx="51943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 b="1">
                <a:latin typeface="Arial"/>
                <a:cs typeface="Arial"/>
              </a:rPr>
              <a:t>Название</a:t>
            </a:r>
            <a:endParaRPr sz="800">
              <a:latin typeface="Arial"/>
              <a:cs typeface="Arial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5071099" y="1815863"/>
            <a:ext cx="32512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Адрес</a:t>
            </a:r>
            <a:endParaRPr sz="800">
              <a:latin typeface="Arial"/>
              <a:cs typeface="Arial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4243445" y="1205348"/>
            <a:ext cx="38163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Страна</a:t>
            </a:r>
            <a:endParaRPr sz="800">
              <a:latin typeface="Arial"/>
              <a:cs typeface="Arial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4715913" y="804152"/>
            <a:ext cx="30861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Город</a:t>
            </a:r>
            <a:endParaRPr sz="800">
              <a:latin typeface="Arial"/>
              <a:cs typeface="Arial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5232126" y="1205348"/>
            <a:ext cx="32258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Улица</a:t>
            </a:r>
            <a:endParaRPr sz="800">
              <a:latin typeface="Arial"/>
              <a:cs typeface="Arial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5890202" y="856482"/>
            <a:ext cx="22796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25">
                <a:latin typeface="Arial"/>
                <a:cs typeface="Arial"/>
              </a:rPr>
              <a:t>Дом</a:t>
            </a:r>
            <a:endParaRPr sz="800">
              <a:latin typeface="Arial"/>
              <a:cs typeface="Arial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6113967" y="1205348"/>
            <a:ext cx="47815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Квартира</a:t>
            </a:r>
            <a:endParaRPr sz="800">
              <a:latin typeface="Arial"/>
              <a:cs typeface="Arial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5977827" y="6717432"/>
            <a:ext cx="40132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Модель</a:t>
            </a:r>
            <a:endParaRPr sz="800">
              <a:latin typeface="Arial"/>
              <a:cs typeface="Arial"/>
            </a:endParaRPr>
          </a:p>
        </p:txBody>
      </p:sp>
      <p:sp>
        <p:nvSpPr>
          <p:cNvPr id="136" name="object 136"/>
          <p:cNvSpPr/>
          <p:nvPr/>
        </p:nvSpPr>
        <p:spPr>
          <a:xfrm>
            <a:off x="6182812" y="5932101"/>
            <a:ext cx="218440" cy="697865"/>
          </a:xfrm>
          <a:custGeom>
            <a:avLst/>
            <a:gdLst/>
            <a:ahLst/>
            <a:cxnLst/>
            <a:rect l="l" t="t" r="r" b="b"/>
            <a:pathLst>
              <a:path w="218439" h="697865">
                <a:moveTo>
                  <a:pt x="218041" y="0"/>
                </a:moveTo>
                <a:lnTo>
                  <a:pt x="0" y="697732"/>
                </a:lnTo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 txBox="1"/>
          <p:nvPr/>
        </p:nvSpPr>
        <p:spPr>
          <a:xfrm>
            <a:off x="9083059" y="5635947"/>
            <a:ext cx="32512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Адрес</a:t>
            </a:r>
            <a:endParaRPr sz="800">
              <a:latin typeface="Arial"/>
              <a:cs typeface="Arial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8778704" y="5191143"/>
            <a:ext cx="38163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Страна</a:t>
            </a:r>
            <a:endParaRPr sz="800">
              <a:latin typeface="Arial"/>
              <a:cs typeface="Arial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9687255" y="5069040"/>
            <a:ext cx="30861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Город</a:t>
            </a:r>
            <a:endParaRPr sz="800">
              <a:latin typeface="Arial"/>
              <a:cs typeface="Arial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9767385" y="6019700"/>
            <a:ext cx="32258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Улица</a:t>
            </a:r>
            <a:endParaRPr sz="800">
              <a:latin typeface="Arial"/>
              <a:cs typeface="Arial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9291646" y="6542999"/>
            <a:ext cx="22796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25">
                <a:latin typeface="Arial"/>
                <a:cs typeface="Arial"/>
              </a:rPr>
              <a:t>Дом</a:t>
            </a:r>
            <a:endParaRPr sz="800">
              <a:latin typeface="Arial"/>
              <a:cs typeface="Arial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8599637" y="6106916"/>
            <a:ext cx="47815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Квартира</a:t>
            </a:r>
            <a:endParaRPr sz="800">
              <a:latin typeface="Arial"/>
              <a:cs typeface="Arial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5587669" y="4318977"/>
            <a:ext cx="48387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Зарплата</a:t>
            </a:r>
            <a:endParaRPr sz="800">
              <a:latin typeface="Arial"/>
              <a:cs typeface="Arial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4990236" y="3909060"/>
            <a:ext cx="632460" cy="28194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76200" marR="5080" indent="-64135">
              <a:lnSpc>
                <a:spcPct val="107300"/>
              </a:lnSpc>
              <a:spcBef>
                <a:spcPts val="55"/>
              </a:spcBef>
            </a:pPr>
            <a:r>
              <a:rPr dirty="0" sz="800">
                <a:latin typeface="Arial"/>
                <a:cs typeface="Arial"/>
              </a:rPr>
              <a:t>Дата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начала контракта</a:t>
            </a:r>
            <a:endParaRPr sz="800">
              <a:latin typeface="Arial"/>
              <a:cs typeface="Arial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5520213" y="3516586"/>
            <a:ext cx="793115" cy="28194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56845" marR="5080" indent="-144780">
              <a:lnSpc>
                <a:spcPct val="107300"/>
              </a:lnSpc>
              <a:spcBef>
                <a:spcPts val="55"/>
              </a:spcBef>
            </a:pPr>
            <a:r>
              <a:rPr dirty="0" sz="800">
                <a:latin typeface="Arial"/>
                <a:cs typeface="Arial"/>
              </a:rPr>
              <a:t>Дата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окончания контракта</a:t>
            </a:r>
            <a:endParaRPr sz="800">
              <a:latin typeface="Arial"/>
              <a:cs typeface="Arial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3605674" y="2879905"/>
            <a:ext cx="83693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>
                <a:latin typeface="Arial"/>
                <a:cs typeface="Arial"/>
              </a:rPr>
              <a:t>Дата</a:t>
            </a:r>
            <a:r>
              <a:rPr dirty="0" sz="800" spc="10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обращения</a:t>
            </a:r>
            <a:endParaRPr sz="800">
              <a:latin typeface="Arial"/>
              <a:cs typeface="Arial"/>
            </a:endParaRPr>
          </a:p>
        </p:txBody>
      </p:sp>
      <p:sp>
        <p:nvSpPr>
          <p:cNvPr id="147" name="object 147"/>
          <p:cNvSpPr/>
          <p:nvPr/>
        </p:nvSpPr>
        <p:spPr>
          <a:xfrm>
            <a:off x="5223431" y="3298162"/>
            <a:ext cx="2023745" cy="2320290"/>
          </a:xfrm>
          <a:custGeom>
            <a:avLst/>
            <a:gdLst/>
            <a:ahLst/>
            <a:cxnLst/>
            <a:rect l="l" t="t" r="r" b="b"/>
            <a:pathLst>
              <a:path w="2023745" h="2320290">
                <a:moveTo>
                  <a:pt x="0" y="0"/>
                </a:moveTo>
                <a:lnTo>
                  <a:pt x="2023423" y="0"/>
                </a:lnTo>
                <a:lnTo>
                  <a:pt x="2023423" y="1604784"/>
                </a:lnTo>
                <a:lnTo>
                  <a:pt x="758783" y="1604784"/>
                </a:lnTo>
                <a:lnTo>
                  <a:pt x="758783" y="2319959"/>
                </a:lnTo>
              </a:path>
              <a:path w="2023745" h="2320290">
                <a:moveTo>
                  <a:pt x="723897" y="2319959"/>
                </a:moveTo>
                <a:lnTo>
                  <a:pt x="723897" y="1569897"/>
                </a:lnTo>
                <a:lnTo>
                  <a:pt x="1988536" y="1569897"/>
                </a:lnTo>
                <a:lnTo>
                  <a:pt x="1988536" y="34886"/>
                </a:lnTo>
                <a:lnTo>
                  <a:pt x="0" y="34886"/>
                </a:lnTo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 txBox="1"/>
          <p:nvPr/>
        </p:nvSpPr>
        <p:spPr>
          <a:xfrm>
            <a:off x="5994180" y="5461514"/>
            <a:ext cx="1016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49" name="object 149"/>
          <p:cNvGrpSpPr/>
          <p:nvPr/>
        </p:nvGrpSpPr>
        <p:grpSpPr>
          <a:xfrm>
            <a:off x="1992059" y="3354852"/>
            <a:ext cx="1273810" cy="270510"/>
            <a:chOff x="1992059" y="3354852"/>
            <a:chExt cx="1273810" cy="270510"/>
          </a:xfrm>
        </p:grpSpPr>
        <p:sp>
          <p:nvSpPr>
            <p:cNvPr id="150" name="object 150"/>
            <p:cNvSpPr/>
            <p:nvPr/>
          </p:nvSpPr>
          <p:spPr>
            <a:xfrm>
              <a:off x="1996419" y="3359213"/>
              <a:ext cx="1264920" cy="262255"/>
            </a:xfrm>
            <a:custGeom>
              <a:avLst/>
              <a:gdLst/>
              <a:ahLst/>
              <a:cxnLst/>
              <a:rect l="l" t="t" r="r" b="b"/>
              <a:pathLst>
                <a:path w="1264920" h="262254">
                  <a:moveTo>
                    <a:pt x="0" y="261649"/>
                  </a:moveTo>
                  <a:lnTo>
                    <a:pt x="1264639" y="0"/>
                  </a:lnTo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1" name="object 15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46193" y="3432475"/>
              <a:ext cx="77786" cy="1164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09203" y="4161606"/>
            <a:ext cx="872490" cy="349250"/>
          </a:xfrm>
          <a:prstGeom prst="rect">
            <a:avLst/>
          </a:prstGeom>
          <a:ln w="8721">
            <a:solidFill>
              <a:srgbClr val="000000"/>
            </a:solidFill>
          </a:ln>
        </p:spPr>
        <p:txBody>
          <a:bodyPr wrap="square" lIns="0" tIns="102870" rIns="0" bIns="0" rtlCol="0" vert="horz">
            <a:spAutoFit/>
          </a:bodyPr>
          <a:lstStyle/>
          <a:p>
            <a:pPr algn="ctr" marR="635">
              <a:lnSpc>
                <a:spcPct val="100000"/>
              </a:lnSpc>
              <a:spcBef>
                <a:spcPts val="810"/>
              </a:spcBef>
            </a:pPr>
            <a:r>
              <a:rPr dirty="0" sz="800" spc="-10">
                <a:latin typeface="Arial"/>
                <a:cs typeface="Arial"/>
              </a:rPr>
              <a:t>Client</a:t>
            </a:r>
            <a:endParaRPr sz="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46730" y="5766390"/>
            <a:ext cx="872490" cy="314325"/>
          </a:xfrm>
          <a:prstGeom prst="rect">
            <a:avLst/>
          </a:prstGeom>
          <a:ln w="8721">
            <a:solidFill>
              <a:srgbClr val="000000"/>
            </a:solidFill>
          </a:ln>
        </p:spPr>
        <p:txBody>
          <a:bodyPr wrap="square" lIns="0" tIns="85725" rIns="0" bIns="0" rtlCol="0" vert="horz">
            <a:spAutoFit/>
          </a:bodyPr>
          <a:lstStyle/>
          <a:p>
            <a:pPr marL="262255">
              <a:lnSpc>
                <a:spcPct val="100000"/>
              </a:lnSpc>
              <a:spcBef>
                <a:spcPts val="675"/>
              </a:spcBef>
            </a:pPr>
            <a:r>
              <a:rPr dirty="0" sz="800" spc="-10">
                <a:latin typeface="Arial"/>
                <a:cs typeface="Arial"/>
              </a:rPr>
              <a:t>Vehicle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46730" y="2417275"/>
            <a:ext cx="872490" cy="349250"/>
          </a:xfrm>
          <a:prstGeom prst="rect">
            <a:avLst/>
          </a:prstGeom>
          <a:ln w="8721">
            <a:solidFill>
              <a:srgbClr val="000000"/>
            </a:solidFill>
          </a:ln>
        </p:spPr>
        <p:txBody>
          <a:bodyPr wrap="square" lIns="0" tIns="102870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810"/>
              </a:spcBef>
            </a:pPr>
            <a:r>
              <a:rPr dirty="0" sz="800">
                <a:latin typeface="Arial"/>
                <a:cs typeface="Arial"/>
              </a:rPr>
              <a:t>Auto</a:t>
            </a:r>
            <a:r>
              <a:rPr dirty="0" sz="800" spc="30">
                <a:latin typeface="Arial"/>
                <a:cs typeface="Arial"/>
              </a:rPr>
              <a:t> </a:t>
            </a:r>
            <a:r>
              <a:rPr dirty="0" sz="800">
                <a:latin typeface="Arial"/>
                <a:cs typeface="Arial"/>
              </a:rPr>
              <a:t>repair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shop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4254" y="3594698"/>
            <a:ext cx="872490" cy="349250"/>
          </a:xfrm>
          <a:prstGeom prst="rect">
            <a:avLst/>
          </a:prstGeom>
          <a:ln w="8721">
            <a:solidFill>
              <a:srgbClr val="000000"/>
            </a:solidFill>
          </a:ln>
        </p:spPr>
        <p:txBody>
          <a:bodyPr wrap="square" lIns="0" tIns="102870" rIns="0" bIns="0" rtlCol="0" vert="horz">
            <a:spAutoFit/>
          </a:bodyPr>
          <a:lstStyle/>
          <a:p>
            <a:pPr marL="265430">
              <a:lnSpc>
                <a:spcPct val="100000"/>
              </a:lnSpc>
              <a:spcBef>
                <a:spcPts val="810"/>
              </a:spcBef>
            </a:pPr>
            <a:r>
              <a:rPr dirty="0" sz="800" spc="-10">
                <a:latin typeface="Arial"/>
                <a:cs typeface="Arial"/>
              </a:rPr>
              <a:t>Person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089616" y="4647228"/>
            <a:ext cx="872490" cy="349250"/>
          </a:xfrm>
          <a:custGeom>
            <a:avLst/>
            <a:gdLst/>
            <a:ahLst/>
            <a:cxnLst/>
            <a:rect l="l" t="t" r="r" b="b"/>
            <a:pathLst>
              <a:path w="872489" h="349250">
                <a:moveTo>
                  <a:pt x="0" y="0"/>
                </a:moveTo>
                <a:lnTo>
                  <a:pt x="872165" y="0"/>
                </a:lnTo>
                <a:lnTo>
                  <a:pt x="872165" y="348866"/>
                </a:lnTo>
                <a:lnTo>
                  <a:pt x="0" y="348866"/>
                </a:lnTo>
                <a:lnTo>
                  <a:pt x="0" y="0"/>
                </a:lnTo>
                <a:close/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093977" y="4737617"/>
            <a:ext cx="8636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9431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Employee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50543" y="5330307"/>
            <a:ext cx="872490" cy="349250"/>
          </a:xfrm>
          <a:custGeom>
            <a:avLst/>
            <a:gdLst/>
            <a:ahLst/>
            <a:cxnLst/>
            <a:rect l="l" t="t" r="r" b="b"/>
            <a:pathLst>
              <a:path w="872489" h="349250">
                <a:moveTo>
                  <a:pt x="0" y="0"/>
                </a:moveTo>
                <a:lnTo>
                  <a:pt x="872165" y="0"/>
                </a:lnTo>
                <a:lnTo>
                  <a:pt x="872165" y="348866"/>
                </a:lnTo>
                <a:lnTo>
                  <a:pt x="0" y="348866"/>
                </a:lnTo>
                <a:lnTo>
                  <a:pt x="0" y="0"/>
                </a:lnTo>
                <a:close/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654904" y="5417906"/>
            <a:ext cx="8636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032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Mechanic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650543" y="4859338"/>
            <a:ext cx="872490" cy="349250"/>
          </a:xfrm>
          <a:custGeom>
            <a:avLst/>
            <a:gdLst/>
            <a:ahLst/>
            <a:cxnLst/>
            <a:rect l="l" t="t" r="r" b="b"/>
            <a:pathLst>
              <a:path w="872489" h="349250">
                <a:moveTo>
                  <a:pt x="0" y="0"/>
                </a:moveTo>
                <a:lnTo>
                  <a:pt x="872165" y="0"/>
                </a:lnTo>
                <a:lnTo>
                  <a:pt x="872165" y="348866"/>
                </a:lnTo>
                <a:lnTo>
                  <a:pt x="0" y="348866"/>
                </a:lnTo>
                <a:lnTo>
                  <a:pt x="0" y="0"/>
                </a:lnTo>
                <a:close/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862971" y="4946937"/>
            <a:ext cx="438784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Manager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032593" y="3633861"/>
            <a:ext cx="3497579" cy="1448435"/>
            <a:chOff x="1032593" y="3633861"/>
            <a:chExt cx="3497579" cy="1448435"/>
          </a:xfrm>
        </p:grpSpPr>
        <p:sp>
          <p:nvSpPr>
            <p:cNvPr id="13" name="object 13"/>
            <p:cNvSpPr/>
            <p:nvPr/>
          </p:nvSpPr>
          <p:spPr>
            <a:xfrm>
              <a:off x="2345285" y="3638306"/>
              <a:ext cx="2180590" cy="1009015"/>
            </a:xfrm>
            <a:custGeom>
              <a:avLst/>
              <a:gdLst/>
              <a:ahLst/>
              <a:cxnLst/>
              <a:rect l="l" t="t" r="r" b="b"/>
              <a:pathLst>
                <a:path w="2180590" h="1009014">
                  <a:moveTo>
                    <a:pt x="1046598" y="0"/>
                  </a:moveTo>
                  <a:lnTo>
                    <a:pt x="0" y="523299"/>
                  </a:lnTo>
                </a:path>
                <a:path w="2180590" h="1009014">
                  <a:moveTo>
                    <a:pt x="1046598" y="0"/>
                  </a:moveTo>
                  <a:lnTo>
                    <a:pt x="2180413" y="1008921"/>
                  </a:lnTo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037038" y="4728513"/>
              <a:ext cx="872490" cy="349250"/>
            </a:xfrm>
            <a:custGeom>
              <a:avLst/>
              <a:gdLst/>
              <a:ahLst/>
              <a:cxnLst/>
              <a:rect l="l" t="t" r="r" b="b"/>
              <a:pathLst>
                <a:path w="872489" h="349250">
                  <a:moveTo>
                    <a:pt x="872165" y="174433"/>
                  </a:moveTo>
                  <a:lnTo>
                    <a:pt x="872165" y="180145"/>
                  </a:lnTo>
                  <a:lnTo>
                    <a:pt x="871465" y="185845"/>
                  </a:lnTo>
                  <a:lnTo>
                    <a:pt x="870065" y="191531"/>
                  </a:lnTo>
                  <a:lnTo>
                    <a:pt x="868665" y="197216"/>
                  </a:lnTo>
                  <a:lnTo>
                    <a:pt x="866572" y="202860"/>
                  </a:lnTo>
                  <a:lnTo>
                    <a:pt x="863785" y="208462"/>
                  </a:lnTo>
                  <a:lnTo>
                    <a:pt x="860999" y="214065"/>
                  </a:lnTo>
                  <a:lnTo>
                    <a:pt x="838970" y="241183"/>
                  </a:lnTo>
                  <a:lnTo>
                    <a:pt x="833504" y="246463"/>
                  </a:lnTo>
                  <a:lnTo>
                    <a:pt x="798671" y="271341"/>
                  </a:lnTo>
                  <a:lnTo>
                    <a:pt x="759198" y="291575"/>
                  </a:lnTo>
                  <a:lnTo>
                    <a:pt x="720922" y="306515"/>
                  </a:lnTo>
                  <a:lnTo>
                    <a:pt x="678357" y="319467"/>
                  </a:lnTo>
                  <a:lnTo>
                    <a:pt x="632147" y="330241"/>
                  </a:lnTo>
                  <a:lnTo>
                    <a:pt x="593023" y="337177"/>
                  </a:lnTo>
                  <a:lnTo>
                    <a:pt x="552388" y="342546"/>
                  </a:lnTo>
                  <a:lnTo>
                    <a:pt x="510632" y="346297"/>
                  </a:lnTo>
                  <a:lnTo>
                    <a:pt x="468159" y="348393"/>
                  </a:lnTo>
                  <a:lnTo>
                    <a:pt x="436082" y="348866"/>
                  </a:lnTo>
                  <a:lnTo>
                    <a:pt x="425377" y="348813"/>
                  </a:lnTo>
                  <a:lnTo>
                    <a:pt x="382698" y="347554"/>
                  </a:lnTo>
                  <a:lnTo>
                    <a:pt x="340533" y="344626"/>
                  </a:lnTo>
                  <a:lnTo>
                    <a:pt x="299288" y="340060"/>
                  </a:lnTo>
                  <a:lnTo>
                    <a:pt x="259360" y="333900"/>
                  </a:lnTo>
                  <a:lnTo>
                    <a:pt x="221135" y="326204"/>
                  </a:lnTo>
                  <a:lnTo>
                    <a:pt x="176308" y="314538"/>
                  </a:lnTo>
                  <a:lnTo>
                    <a:pt x="135388" y="300766"/>
                  </a:lnTo>
                  <a:lnTo>
                    <a:pt x="98986" y="285091"/>
                  </a:lnTo>
                  <a:lnTo>
                    <a:pt x="62041" y="264108"/>
                  </a:lnTo>
                  <a:lnTo>
                    <a:pt x="33194" y="241183"/>
                  </a:lnTo>
                  <a:lnTo>
                    <a:pt x="27729" y="235906"/>
                  </a:lnTo>
                  <a:lnTo>
                    <a:pt x="8379" y="208462"/>
                  </a:lnTo>
                  <a:lnTo>
                    <a:pt x="5592" y="202860"/>
                  </a:lnTo>
                  <a:lnTo>
                    <a:pt x="3499" y="197216"/>
                  </a:lnTo>
                  <a:lnTo>
                    <a:pt x="2099" y="191531"/>
                  </a:lnTo>
                  <a:lnTo>
                    <a:pt x="699" y="185845"/>
                  </a:lnTo>
                  <a:lnTo>
                    <a:pt x="0" y="180145"/>
                  </a:lnTo>
                  <a:lnTo>
                    <a:pt x="0" y="174433"/>
                  </a:lnTo>
                  <a:lnTo>
                    <a:pt x="0" y="168720"/>
                  </a:lnTo>
                  <a:lnTo>
                    <a:pt x="14631" y="129262"/>
                  </a:lnTo>
                  <a:lnTo>
                    <a:pt x="18777" y="123795"/>
                  </a:lnTo>
                  <a:lnTo>
                    <a:pt x="22923" y="118328"/>
                  </a:lnTo>
                  <a:lnTo>
                    <a:pt x="51492" y="92203"/>
                  </a:lnTo>
                  <a:lnTo>
                    <a:pt x="85817" y="70521"/>
                  </a:lnTo>
                  <a:lnTo>
                    <a:pt x="120248" y="54154"/>
                  </a:lnTo>
                  <a:lnTo>
                    <a:pt x="159434" y="39594"/>
                  </a:lnTo>
                  <a:lnTo>
                    <a:pt x="202782" y="27060"/>
                  </a:lnTo>
                  <a:lnTo>
                    <a:pt x="240017" y="18624"/>
                  </a:lnTo>
                  <a:lnTo>
                    <a:pt x="279141" y="11687"/>
                  </a:lnTo>
                  <a:lnTo>
                    <a:pt x="319776" y="6318"/>
                  </a:lnTo>
                  <a:lnTo>
                    <a:pt x="361532" y="2567"/>
                  </a:lnTo>
                  <a:lnTo>
                    <a:pt x="404005" y="473"/>
                  </a:lnTo>
                  <a:lnTo>
                    <a:pt x="436082" y="0"/>
                  </a:lnTo>
                  <a:lnTo>
                    <a:pt x="446787" y="53"/>
                  </a:lnTo>
                  <a:lnTo>
                    <a:pt x="489467" y="1311"/>
                  </a:lnTo>
                  <a:lnTo>
                    <a:pt x="531631" y="4238"/>
                  </a:lnTo>
                  <a:lnTo>
                    <a:pt x="572876" y="8804"/>
                  </a:lnTo>
                  <a:lnTo>
                    <a:pt x="612804" y="14964"/>
                  </a:lnTo>
                  <a:lnTo>
                    <a:pt x="651029" y="22661"/>
                  </a:lnTo>
                  <a:lnTo>
                    <a:pt x="695856" y="34326"/>
                  </a:lnTo>
                  <a:lnTo>
                    <a:pt x="736776" y="48098"/>
                  </a:lnTo>
                  <a:lnTo>
                    <a:pt x="773178" y="63772"/>
                  </a:lnTo>
                  <a:lnTo>
                    <a:pt x="810123" y="84754"/>
                  </a:lnTo>
                  <a:lnTo>
                    <a:pt x="844435" y="112956"/>
                  </a:lnTo>
                  <a:lnTo>
                    <a:pt x="866572" y="146004"/>
                  </a:lnTo>
                  <a:lnTo>
                    <a:pt x="872165" y="168720"/>
                  </a:lnTo>
                  <a:lnTo>
                    <a:pt x="872165" y="174433"/>
                  </a:lnTo>
                  <a:close/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403729" y="4816112"/>
            <a:ext cx="13017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800" spc="-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ID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468675" y="3023346"/>
            <a:ext cx="5154930" cy="1710055"/>
            <a:chOff x="1468675" y="3023346"/>
            <a:chExt cx="5154930" cy="1710055"/>
          </a:xfrm>
        </p:grpSpPr>
        <p:sp>
          <p:nvSpPr>
            <p:cNvPr id="17" name="object 17"/>
            <p:cNvSpPr/>
            <p:nvPr/>
          </p:nvSpPr>
          <p:spPr>
            <a:xfrm>
              <a:off x="1473120" y="3943564"/>
              <a:ext cx="87630" cy="785495"/>
            </a:xfrm>
            <a:custGeom>
              <a:avLst/>
              <a:gdLst/>
              <a:ahLst/>
              <a:cxnLst/>
              <a:rect l="l" t="t" r="r" b="b"/>
              <a:pathLst>
                <a:path w="87630" h="785495">
                  <a:moveTo>
                    <a:pt x="0" y="784948"/>
                  </a:moveTo>
                  <a:lnTo>
                    <a:pt x="87216" y="0"/>
                  </a:lnTo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746730" y="3027791"/>
              <a:ext cx="872490" cy="349250"/>
            </a:xfrm>
            <a:custGeom>
              <a:avLst/>
              <a:gdLst/>
              <a:ahLst/>
              <a:cxnLst/>
              <a:rect l="l" t="t" r="r" b="b"/>
              <a:pathLst>
                <a:path w="872490" h="349250">
                  <a:moveTo>
                    <a:pt x="872165" y="174433"/>
                  </a:moveTo>
                  <a:lnTo>
                    <a:pt x="872165" y="180145"/>
                  </a:lnTo>
                  <a:lnTo>
                    <a:pt x="871465" y="185845"/>
                  </a:lnTo>
                  <a:lnTo>
                    <a:pt x="870065" y="191529"/>
                  </a:lnTo>
                  <a:lnTo>
                    <a:pt x="868666" y="197215"/>
                  </a:lnTo>
                  <a:lnTo>
                    <a:pt x="866573" y="202859"/>
                  </a:lnTo>
                  <a:lnTo>
                    <a:pt x="863786" y="208461"/>
                  </a:lnTo>
                  <a:lnTo>
                    <a:pt x="860999" y="214064"/>
                  </a:lnTo>
                  <a:lnTo>
                    <a:pt x="838970" y="241183"/>
                  </a:lnTo>
                  <a:lnTo>
                    <a:pt x="833504" y="246462"/>
                  </a:lnTo>
                  <a:lnTo>
                    <a:pt x="798672" y="271341"/>
                  </a:lnTo>
                  <a:lnTo>
                    <a:pt x="759199" y="291574"/>
                  </a:lnTo>
                  <a:lnTo>
                    <a:pt x="720922" y="306512"/>
                  </a:lnTo>
                  <a:lnTo>
                    <a:pt x="678356" y="319466"/>
                  </a:lnTo>
                  <a:lnTo>
                    <a:pt x="632147" y="330240"/>
                  </a:lnTo>
                  <a:lnTo>
                    <a:pt x="593023" y="337177"/>
                  </a:lnTo>
                  <a:lnTo>
                    <a:pt x="552388" y="342546"/>
                  </a:lnTo>
                  <a:lnTo>
                    <a:pt x="510633" y="346298"/>
                  </a:lnTo>
                  <a:lnTo>
                    <a:pt x="468159" y="348393"/>
                  </a:lnTo>
                  <a:lnTo>
                    <a:pt x="436082" y="348866"/>
                  </a:lnTo>
                  <a:lnTo>
                    <a:pt x="425377" y="348813"/>
                  </a:lnTo>
                  <a:lnTo>
                    <a:pt x="382698" y="347554"/>
                  </a:lnTo>
                  <a:lnTo>
                    <a:pt x="340533" y="344626"/>
                  </a:lnTo>
                  <a:lnTo>
                    <a:pt x="299288" y="340060"/>
                  </a:lnTo>
                  <a:lnTo>
                    <a:pt x="259360" y="333899"/>
                  </a:lnTo>
                  <a:lnTo>
                    <a:pt x="221135" y="326202"/>
                  </a:lnTo>
                  <a:lnTo>
                    <a:pt x="176307" y="314537"/>
                  </a:lnTo>
                  <a:lnTo>
                    <a:pt x="135387" y="300764"/>
                  </a:lnTo>
                  <a:lnTo>
                    <a:pt x="98986" y="285091"/>
                  </a:lnTo>
                  <a:lnTo>
                    <a:pt x="62041" y="264107"/>
                  </a:lnTo>
                  <a:lnTo>
                    <a:pt x="33194" y="241183"/>
                  </a:lnTo>
                  <a:lnTo>
                    <a:pt x="27728" y="235906"/>
                  </a:lnTo>
                  <a:lnTo>
                    <a:pt x="22923" y="230532"/>
                  </a:lnTo>
                  <a:lnTo>
                    <a:pt x="18777" y="225065"/>
                  </a:lnTo>
                  <a:lnTo>
                    <a:pt x="14631" y="219599"/>
                  </a:lnTo>
                  <a:lnTo>
                    <a:pt x="2100" y="191529"/>
                  </a:lnTo>
                  <a:lnTo>
                    <a:pt x="699" y="185845"/>
                  </a:lnTo>
                  <a:lnTo>
                    <a:pt x="0" y="180145"/>
                  </a:lnTo>
                  <a:lnTo>
                    <a:pt x="0" y="174433"/>
                  </a:lnTo>
                  <a:lnTo>
                    <a:pt x="0" y="168720"/>
                  </a:lnTo>
                  <a:lnTo>
                    <a:pt x="699" y="163021"/>
                  </a:lnTo>
                  <a:lnTo>
                    <a:pt x="2100" y="157335"/>
                  </a:lnTo>
                  <a:lnTo>
                    <a:pt x="3500" y="151651"/>
                  </a:lnTo>
                  <a:lnTo>
                    <a:pt x="22923" y="118332"/>
                  </a:lnTo>
                  <a:lnTo>
                    <a:pt x="51492" y="92206"/>
                  </a:lnTo>
                  <a:lnTo>
                    <a:pt x="85817" y="70523"/>
                  </a:lnTo>
                  <a:lnTo>
                    <a:pt x="120248" y="54155"/>
                  </a:lnTo>
                  <a:lnTo>
                    <a:pt x="159434" y="39593"/>
                  </a:lnTo>
                  <a:lnTo>
                    <a:pt x="202781" y="27060"/>
                  </a:lnTo>
                  <a:lnTo>
                    <a:pt x="240017" y="18624"/>
                  </a:lnTo>
                  <a:lnTo>
                    <a:pt x="279141" y="11687"/>
                  </a:lnTo>
                  <a:lnTo>
                    <a:pt x="319777" y="6318"/>
                  </a:lnTo>
                  <a:lnTo>
                    <a:pt x="361532" y="2567"/>
                  </a:lnTo>
                  <a:lnTo>
                    <a:pt x="404006" y="472"/>
                  </a:lnTo>
                  <a:lnTo>
                    <a:pt x="436082" y="0"/>
                  </a:lnTo>
                  <a:lnTo>
                    <a:pt x="446787" y="52"/>
                  </a:lnTo>
                  <a:lnTo>
                    <a:pt x="489467" y="1311"/>
                  </a:lnTo>
                  <a:lnTo>
                    <a:pt x="531632" y="4238"/>
                  </a:lnTo>
                  <a:lnTo>
                    <a:pt x="572876" y="8804"/>
                  </a:lnTo>
                  <a:lnTo>
                    <a:pt x="612803" y="14964"/>
                  </a:lnTo>
                  <a:lnTo>
                    <a:pt x="651029" y="22661"/>
                  </a:lnTo>
                  <a:lnTo>
                    <a:pt x="695856" y="34325"/>
                  </a:lnTo>
                  <a:lnTo>
                    <a:pt x="736777" y="48098"/>
                  </a:lnTo>
                  <a:lnTo>
                    <a:pt x="773178" y="63774"/>
                  </a:lnTo>
                  <a:lnTo>
                    <a:pt x="810123" y="84756"/>
                  </a:lnTo>
                  <a:lnTo>
                    <a:pt x="844435" y="112959"/>
                  </a:lnTo>
                  <a:lnTo>
                    <a:pt x="866572" y="146006"/>
                  </a:lnTo>
                  <a:lnTo>
                    <a:pt x="870065" y="157335"/>
                  </a:lnTo>
                  <a:lnTo>
                    <a:pt x="871465" y="163021"/>
                  </a:lnTo>
                  <a:lnTo>
                    <a:pt x="872165" y="168720"/>
                  </a:lnTo>
                  <a:lnTo>
                    <a:pt x="872165" y="174433"/>
                  </a:lnTo>
                  <a:close/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6023207" y="3115390"/>
            <a:ext cx="31051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800" spc="-2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Name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003934" y="2761696"/>
            <a:ext cx="881380" cy="2922270"/>
            <a:chOff x="6003934" y="2761696"/>
            <a:chExt cx="881380" cy="2922270"/>
          </a:xfrm>
        </p:grpSpPr>
        <p:sp>
          <p:nvSpPr>
            <p:cNvPr id="21" name="object 21"/>
            <p:cNvSpPr/>
            <p:nvPr/>
          </p:nvSpPr>
          <p:spPr>
            <a:xfrm>
              <a:off x="6182812" y="2766141"/>
              <a:ext cx="0" cy="262255"/>
            </a:xfrm>
            <a:custGeom>
              <a:avLst/>
              <a:gdLst/>
              <a:ahLst/>
              <a:cxnLst/>
              <a:rect l="l" t="t" r="r" b="b"/>
              <a:pathLst>
                <a:path w="0" h="262255">
                  <a:moveTo>
                    <a:pt x="0" y="0"/>
                  </a:moveTo>
                  <a:lnTo>
                    <a:pt x="0" y="261649"/>
                  </a:lnTo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008379" y="5330307"/>
              <a:ext cx="872490" cy="349250"/>
            </a:xfrm>
            <a:custGeom>
              <a:avLst/>
              <a:gdLst/>
              <a:ahLst/>
              <a:cxnLst/>
              <a:rect l="l" t="t" r="r" b="b"/>
              <a:pathLst>
                <a:path w="872490" h="349250">
                  <a:moveTo>
                    <a:pt x="872165" y="174433"/>
                  </a:moveTo>
                  <a:lnTo>
                    <a:pt x="872165" y="180145"/>
                  </a:lnTo>
                  <a:lnTo>
                    <a:pt x="871465" y="185845"/>
                  </a:lnTo>
                  <a:lnTo>
                    <a:pt x="870065" y="191531"/>
                  </a:lnTo>
                  <a:lnTo>
                    <a:pt x="868665" y="197215"/>
                  </a:lnTo>
                  <a:lnTo>
                    <a:pt x="866572" y="202859"/>
                  </a:lnTo>
                  <a:lnTo>
                    <a:pt x="863785" y="208461"/>
                  </a:lnTo>
                  <a:lnTo>
                    <a:pt x="860999" y="214064"/>
                  </a:lnTo>
                  <a:lnTo>
                    <a:pt x="857533" y="219599"/>
                  </a:lnTo>
                  <a:lnTo>
                    <a:pt x="853386" y="225066"/>
                  </a:lnTo>
                  <a:lnTo>
                    <a:pt x="849240" y="230533"/>
                  </a:lnTo>
                  <a:lnTo>
                    <a:pt x="844434" y="235907"/>
                  </a:lnTo>
                  <a:lnTo>
                    <a:pt x="838969" y="241184"/>
                  </a:lnTo>
                  <a:lnTo>
                    <a:pt x="833503" y="246463"/>
                  </a:lnTo>
                  <a:lnTo>
                    <a:pt x="798671" y="271341"/>
                  </a:lnTo>
                  <a:lnTo>
                    <a:pt x="759198" y="291575"/>
                  </a:lnTo>
                  <a:lnTo>
                    <a:pt x="720922" y="306514"/>
                  </a:lnTo>
                  <a:lnTo>
                    <a:pt x="678355" y="319466"/>
                  </a:lnTo>
                  <a:lnTo>
                    <a:pt x="632146" y="330240"/>
                  </a:lnTo>
                  <a:lnTo>
                    <a:pt x="593023" y="337177"/>
                  </a:lnTo>
                  <a:lnTo>
                    <a:pt x="552387" y="342546"/>
                  </a:lnTo>
                  <a:lnTo>
                    <a:pt x="510632" y="346297"/>
                  </a:lnTo>
                  <a:lnTo>
                    <a:pt x="468159" y="348394"/>
                  </a:lnTo>
                  <a:lnTo>
                    <a:pt x="436082" y="348866"/>
                  </a:lnTo>
                  <a:lnTo>
                    <a:pt x="425377" y="348813"/>
                  </a:lnTo>
                  <a:lnTo>
                    <a:pt x="382698" y="347554"/>
                  </a:lnTo>
                  <a:lnTo>
                    <a:pt x="340532" y="344626"/>
                  </a:lnTo>
                  <a:lnTo>
                    <a:pt x="299288" y="340060"/>
                  </a:lnTo>
                  <a:lnTo>
                    <a:pt x="259360" y="333898"/>
                  </a:lnTo>
                  <a:lnTo>
                    <a:pt x="221135" y="326201"/>
                  </a:lnTo>
                  <a:lnTo>
                    <a:pt x="176307" y="314538"/>
                  </a:lnTo>
                  <a:lnTo>
                    <a:pt x="135388" y="300766"/>
                  </a:lnTo>
                  <a:lnTo>
                    <a:pt x="98985" y="285092"/>
                  </a:lnTo>
                  <a:lnTo>
                    <a:pt x="62041" y="264109"/>
                  </a:lnTo>
                  <a:lnTo>
                    <a:pt x="33193" y="241184"/>
                  </a:lnTo>
                  <a:lnTo>
                    <a:pt x="27728" y="235907"/>
                  </a:lnTo>
                  <a:lnTo>
                    <a:pt x="5592" y="202859"/>
                  </a:lnTo>
                  <a:lnTo>
                    <a:pt x="0" y="180145"/>
                  </a:lnTo>
                  <a:lnTo>
                    <a:pt x="0" y="174433"/>
                  </a:lnTo>
                  <a:lnTo>
                    <a:pt x="0" y="168721"/>
                  </a:lnTo>
                  <a:lnTo>
                    <a:pt x="699" y="163022"/>
                  </a:lnTo>
                  <a:lnTo>
                    <a:pt x="2099" y="157335"/>
                  </a:lnTo>
                  <a:lnTo>
                    <a:pt x="3499" y="151649"/>
                  </a:lnTo>
                  <a:lnTo>
                    <a:pt x="22923" y="118329"/>
                  </a:lnTo>
                  <a:lnTo>
                    <a:pt x="51490" y="92204"/>
                  </a:lnTo>
                  <a:lnTo>
                    <a:pt x="85816" y="70521"/>
                  </a:lnTo>
                  <a:lnTo>
                    <a:pt x="120248" y="54153"/>
                  </a:lnTo>
                  <a:lnTo>
                    <a:pt x="159434" y="39593"/>
                  </a:lnTo>
                  <a:lnTo>
                    <a:pt x="202781" y="27060"/>
                  </a:lnTo>
                  <a:lnTo>
                    <a:pt x="240017" y="18624"/>
                  </a:lnTo>
                  <a:lnTo>
                    <a:pt x="279141" y="11687"/>
                  </a:lnTo>
                  <a:lnTo>
                    <a:pt x="319776" y="6318"/>
                  </a:lnTo>
                  <a:lnTo>
                    <a:pt x="361531" y="2567"/>
                  </a:lnTo>
                  <a:lnTo>
                    <a:pt x="404006" y="472"/>
                  </a:lnTo>
                  <a:lnTo>
                    <a:pt x="436082" y="0"/>
                  </a:lnTo>
                  <a:lnTo>
                    <a:pt x="446787" y="52"/>
                  </a:lnTo>
                  <a:lnTo>
                    <a:pt x="489466" y="1311"/>
                  </a:lnTo>
                  <a:lnTo>
                    <a:pt x="531631" y="4238"/>
                  </a:lnTo>
                  <a:lnTo>
                    <a:pt x="572876" y="8804"/>
                  </a:lnTo>
                  <a:lnTo>
                    <a:pt x="612803" y="14964"/>
                  </a:lnTo>
                  <a:lnTo>
                    <a:pt x="651028" y="22661"/>
                  </a:lnTo>
                  <a:lnTo>
                    <a:pt x="695856" y="34326"/>
                  </a:lnTo>
                  <a:lnTo>
                    <a:pt x="736776" y="48098"/>
                  </a:lnTo>
                  <a:lnTo>
                    <a:pt x="773178" y="63773"/>
                  </a:lnTo>
                  <a:lnTo>
                    <a:pt x="810122" y="84755"/>
                  </a:lnTo>
                  <a:lnTo>
                    <a:pt x="844434" y="112957"/>
                  </a:lnTo>
                  <a:lnTo>
                    <a:pt x="853386" y="123796"/>
                  </a:lnTo>
                  <a:lnTo>
                    <a:pt x="857532" y="129263"/>
                  </a:lnTo>
                  <a:lnTo>
                    <a:pt x="860999" y="134798"/>
                  </a:lnTo>
                  <a:lnTo>
                    <a:pt x="863785" y="140401"/>
                  </a:lnTo>
                  <a:lnTo>
                    <a:pt x="866572" y="146004"/>
                  </a:lnTo>
                  <a:lnTo>
                    <a:pt x="868665" y="151649"/>
                  </a:lnTo>
                  <a:lnTo>
                    <a:pt x="870065" y="157334"/>
                  </a:lnTo>
                  <a:lnTo>
                    <a:pt x="871465" y="163021"/>
                  </a:lnTo>
                  <a:lnTo>
                    <a:pt x="872165" y="168721"/>
                  </a:lnTo>
                  <a:lnTo>
                    <a:pt x="872165" y="174433"/>
                  </a:lnTo>
                  <a:close/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6340048" y="5417906"/>
            <a:ext cx="20002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800" spc="-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VIN</a:t>
            </a:r>
            <a:endParaRPr sz="8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270029" y="4030781"/>
            <a:ext cx="872490" cy="1736089"/>
          </a:xfrm>
          <a:custGeom>
            <a:avLst/>
            <a:gdLst/>
            <a:ahLst/>
            <a:cxnLst/>
            <a:rect l="l" t="t" r="r" b="b"/>
            <a:pathLst>
              <a:path w="872490" h="1736089">
                <a:moveTo>
                  <a:pt x="174433" y="1648392"/>
                </a:moveTo>
                <a:lnTo>
                  <a:pt x="130824" y="1735608"/>
                </a:lnTo>
              </a:path>
              <a:path w="872490" h="1736089">
                <a:moveTo>
                  <a:pt x="436082" y="0"/>
                </a:moveTo>
                <a:lnTo>
                  <a:pt x="872165" y="261649"/>
                </a:lnTo>
                <a:lnTo>
                  <a:pt x="436082" y="523299"/>
                </a:lnTo>
                <a:lnTo>
                  <a:pt x="0" y="261649"/>
                </a:lnTo>
                <a:lnTo>
                  <a:pt x="436082" y="0"/>
                </a:lnTo>
                <a:close/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6567902" y="4205596"/>
            <a:ext cx="26797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20">
                <a:latin typeface="Arial"/>
                <a:cs typeface="Arial"/>
              </a:rPr>
              <a:t>Work</a:t>
            </a:r>
            <a:endParaRPr sz="8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4961781" y="4554080"/>
            <a:ext cx="1762125" cy="285750"/>
          </a:xfrm>
          <a:custGeom>
            <a:avLst/>
            <a:gdLst/>
            <a:ahLst/>
            <a:cxnLst/>
            <a:rect l="l" t="t" r="r" b="b"/>
            <a:pathLst>
              <a:path w="1762125" h="285750">
                <a:moveTo>
                  <a:pt x="1761773" y="0"/>
                </a:moveTo>
                <a:lnTo>
                  <a:pt x="1761773" y="285197"/>
                </a:lnTo>
                <a:lnTo>
                  <a:pt x="0" y="285024"/>
                </a:lnTo>
              </a:path>
              <a:path w="1762125" h="285750">
                <a:moveTo>
                  <a:pt x="0" y="250137"/>
                </a:moveTo>
                <a:lnTo>
                  <a:pt x="1726887" y="250310"/>
                </a:lnTo>
                <a:lnTo>
                  <a:pt x="1726887" y="0"/>
                </a:lnTo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4947582" y="4667844"/>
            <a:ext cx="1016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172387" y="3197779"/>
            <a:ext cx="1056005" cy="532765"/>
            <a:chOff x="4172387" y="3197779"/>
            <a:chExt cx="1056005" cy="532765"/>
          </a:xfrm>
        </p:grpSpPr>
        <p:sp>
          <p:nvSpPr>
            <p:cNvPr id="29" name="object 29"/>
            <p:cNvSpPr/>
            <p:nvPr/>
          </p:nvSpPr>
          <p:spPr>
            <a:xfrm>
              <a:off x="4176832" y="3202224"/>
              <a:ext cx="1047115" cy="523875"/>
            </a:xfrm>
            <a:custGeom>
              <a:avLst/>
              <a:gdLst/>
              <a:ahLst/>
              <a:cxnLst/>
              <a:rect l="l" t="t" r="r" b="b"/>
              <a:pathLst>
                <a:path w="1047114" h="523875">
                  <a:moveTo>
                    <a:pt x="523299" y="523299"/>
                  </a:moveTo>
                  <a:lnTo>
                    <a:pt x="0" y="261649"/>
                  </a:lnTo>
                  <a:lnTo>
                    <a:pt x="523299" y="0"/>
                  </a:lnTo>
                  <a:lnTo>
                    <a:pt x="1046598" y="261649"/>
                  </a:lnTo>
                  <a:lnTo>
                    <a:pt x="523299" y="523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176832" y="3202224"/>
              <a:ext cx="1047115" cy="523875"/>
            </a:xfrm>
            <a:custGeom>
              <a:avLst/>
              <a:gdLst/>
              <a:ahLst/>
              <a:cxnLst/>
              <a:rect l="l" t="t" r="r" b="b"/>
              <a:pathLst>
                <a:path w="1047114" h="523875">
                  <a:moveTo>
                    <a:pt x="523299" y="0"/>
                  </a:moveTo>
                  <a:lnTo>
                    <a:pt x="1046598" y="261649"/>
                  </a:lnTo>
                  <a:lnTo>
                    <a:pt x="523299" y="523299"/>
                  </a:lnTo>
                  <a:lnTo>
                    <a:pt x="0" y="261649"/>
                  </a:lnTo>
                  <a:lnTo>
                    <a:pt x="523299" y="0"/>
                  </a:lnTo>
                  <a:close/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4461895" y="3377039"/>
            <a:ext cx="46799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Requests</a:t>
            </a:r>
            <a:endParaRPr sz="8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682688" y="2574265"/>
            <a:ext cx="1064260" cy="628015"/>
          </a:xfrm>
          <a:custGeom>
            <a:avLst/>
            <a:gdLst/>
            <a:ahLst/>
            <a:cxnLst/>
            <a:rect l="l" t="t" r="r" b="b"/>
            <a:pathLst>
              <a:path w="1064260" h="628014">
                <a:moveTo>
                  <a:pt x="0" y="627958"/>
                </a:moveTo>
                <a:lnTo>
                  <a:pt x="0" y="0"/>
                </a:lnTo>
                <a:lnTo>
                  <a:pt x="1064041" y="0"/>
                </a:lnTo>
              </a:path>
              <a:path w="1064260" h="628014">
                <a:moveTo>
                  <a:pt x="1064041" y="34886"/>
                </a:moveTo>
                <a:lnTo>
                  <a:pt x="34886" y="34886"/>
                </a:lnTo>
                <a:lnTo>
                  <a:pt x="34886" y="627958"/>
                </a:lnTo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5645314" y="2609534"/>
            <a:ext cx="1016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694152" y="6429235"/>
            <a:ext cx="1047115" cy="523875"/>
          </a:xfrm>
          <a:custGeom>
            <a:avLst/>
            <a:gdLst/>
            <a:ahLst/>
            <a:cxnLst/>
            <a:rect l="l" t="t" r="r" b="b"/>
            <a:pathLst>
              <a:path w="1047114" h="523875">
                <a:moveTo>
                  <a:pt x="523299" y="0"/>
                </a:moveTo>
                <a:lnTo>
                  <a:pt x="1046598" y="261649"/>
                </a:lnTo>
                <a:lnTo>
                  <a:pt x="523299" y="523299"/>
                </a:lnTo>
                <a:lnTo>
                  <a:pt x="0" y="261649"/>
                </a:lnTo>
                <a:lnTo>
                  <a:pt x="523299" y="0"/>
                </a:lnTo>
                <a:close/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3092732" y="6604051"/>
            <a:ext cx="24066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25">
                <a:latin typeface="Arial"/>
                <a:cs typeface="Arial"/>
              </a:rPr>
              <a:t>Own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736305" y="5657285"/>
            <a:ext cx="2250440" cy="1056005"/>
            <a:chOff x="3736305" y="5657285"/>
            <a:chExt cx="2250440" cy="1056005"/>
          </a:xfrm>
        </p:grpSpPr>
        <p:sp>
          <p:nvSpPr>
            <p:cNvPr id="37" name="object 37"/>
            <p:cNvSpPr/>
            <p:nvPr/>
          </p:nvSpPr>
          <p:spPr>
            <a:xfrm>
              <a:off x="3740750" y="6080369"/>
              <a:ext cx="2241550" cy="628015"/>
            </a:xfrm>
            <a:custGeom>
              <a:avLst/>
              <a:gdLst/>
              <a:ahLst/>
              <a:cxnLst/>
              <a:rect l="l" t="t" r="r" b="b"/>
              <a:pathLst>
                <a:path w="2241550" h="628015">
                  <a:moveTo>
                    <a:pt x="0" y="593072"/>
                  </a:moveTo>
                  <a:lnTo>
                    <a:pt x="2206578" y="593072"/>
                  </a:lnTo>
                  <a:lnTo>
                    <a:pt x="2206578" y="0"/>
                  </a:lnTo>
                </a:path>
                <a:path w="2241550" h="628015">
                  <a:moveTo>
                    <a:pt x="2241464" y="0"/>
                  </a:moveTo>
                  <a:lnTo>
                    <a:pt x="2241464" y="627958"/>
                  </a:lnTo>
                  <a:lnTo>
                    <a:pt x="0" y="627958"/>
                  </a:lnTo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264049" y="5661730"/>
              <a:ext cx="1047115" cy="523875"/>
            </a:xfrm>
            <a:custGeom>
              <a:avLst/>
              <a:gdLst/>
              <a:ahLst/>
              <a:cxnLst/>
              <a:rect l="l" t="t" r="r" b="b"/>
              <a:pathLst>
                <a:path w="1047114" h="523875">
                  <a:moveTo>
                    <a:pt x="523299" y="523299"/>
                  </a:moveTo>
                  <a:lnTo>
                    <a:pt x="0" y="261649"/>
                  </a:lnTo>
                  <a:lnTo>
                    <a:pt x="523299" y="0"/>
                  </a:lnTo>
                  <a:lnTo>
                    <a:pt x="1046598" y="261649"/>
                  </a:lnTo>
                  <a:lnTo>
                    <a:pt x="523299" y="523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264049" y="5661730"/>
              <a:ext cx="1047115" cy="523875"/>
            </a:xfrm>
            <a:custGeom>
              <a:avLst/>
              <a:gdLst/>
              <a:ahLst/>
              <a:cxnLst/>
              <a:rect l="l" t="t" r="r" b="b"/>
              <a:pathLst>
                <a:path w="1047114" h="523875">
                  <a:moveTo>
                    <a:pt x="523299" y="0"/>
                  </a:moveTo>
                  <a:lnTo>
                    <a:pt x="1046598" y="261649"/>
                  </a:lnTo>
                  <a:lnTo>
                    <a:pt x="523299" y="523299"/>
                  </a:lnTo>
                  <a:lnTo>
                    <a:pt x="0" y="261649"/>
                  </a:lnTo>
                  <a:lnTo>
                    <a:pt x="523299" y="0"/>
                  </a:lnTo>
                  <a:close/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6037788" y="6098195"/>
            <a:ext cx="1016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550202" y="5836545"/>
            <a:ext cx="46609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>
                <a:latin typeface="Arial"/>
                <a:cs typeface="Arial"/>
              </a:rPr>
              <a:t>Works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on</a:t>
            </a:r>
            <a:endParaRPr sz="8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5310647" y="5905936"/>
            <a:ext cx="436245" cy="34925"/>
          </a:xfrm>
          <a:custGeom>
            <a:avLst/>
            <a:gdLst/>
            <a:ahLst/>
            <a:cxnLst/>
            <a:rect l="l" t="t" r="r" b="b"/>
            <a:pathLst>
              <a:path w="436245" h="34925">
                <a:moveTo>
                  <a:pt x="0" y="0"/>
                </a:moveTo>
                <a:lnTo>
                  <a:pt x="436082" y="0"/>
                </a:lnTo>
              </a:path>
              <a:path w="436245" h="34925">
                <a:moveTo>
                  <a:pt x="436082" y="34886"/>
                </a:moveTo>
                <a:lnTo>
                  <a:pt x="0" y="34886"/>
                </a:lnTo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5601706" y="5766772"/>
            <a:ext cx="1016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618895" y="2574265"/>
            <a:ext cx="104775" cy="1456690"/>
          </a:xfrm>
          <a:custGeom>
            <a:avLst/>
            <a:gdLst/>
            <a:ahLst/>
            <a:cxnLst/>
            <a:rect l="l" t="t" r="r" b="b"/>
            <a:pathLst>
              <a:path w="104775" h="1456689">
                <a:moveTo>
                  <a:pt x="69773" y="1456515"/>
                </a:moveTo>
                <a:lnTo>
                  <a:pt x="69773" y="34886"/>
                </a:lnTo>
                <a:lnTo>
                  <a:pt x="0" y="34886"/>
                </a:lnTo>
              </a:path>
              <a:path w="104775" h="1456689">
                <a:moveTo>
                  <a:pt x="0" y="0"/>
                </a:moveTo>
                <a:lnTo>
                  <a:pt x="104659" y="0"/>
                </a:lnTo>
                <a:lnTo>
                  <a:pt x="104659" y="1456515"/>
                </a:lnTo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6622003" y="2435101"/>
            <a:ext cx="8382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2781368" y="3725523"/>
            <a:ext cx="1936750" cy="628015"/>
          </a:xfrm>
          <a:custGeom>
            <a:avLst/>
            <a:gdLst/>
            <a:ahLst/>
            <a:cxnLst/>
            <a:rect l="l" t="t" r="r" b="b"/>
            <a:pathLst>
              <a:path w="1936750" h="628014">
                <a:moveTo>
                  <a:pt x="1936206" y="0"/>
                </a:moveTo>
                <a:lnTo>
                  <a:pt x="1936206" y="627958"/>
                </a:lnTo>
                <a:lnTo>
                  <a:pt x="0" y="627958"/>
                </a:lnTo>
              </a:path>
              <a:path w="1936750" h="628014">
                <a:moveTo>
                  <a:pt x="0" y="593072"/>
                </a:moveTo>
                <a:lnTo>
                  <a:pt x="1901320" y="593072"/>
                </a:lnTo>
                <a:lnTo>
                  <a:pt x="1901320" y="0"/>
                </a:lnTo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2854386" y="4179431"/>
            <a:ext cx="1016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7534668" y="1579997"/>
            <a:ext cx="872490" cy="349250"/>
          </a:xfrm>
          <a:custGeom>
            <a:avLst/>
            <a:gdLst/>
            <a:ahLst/>
            <a:cxnLst/>
            <a:rect l="l" t="t" r="r" b="b"/>
            <a:pathLst>
              <a:path w="872490" h="349250">
                <a:moveTo>
                  <a:pt x="0" y="0"/>
                </a:moveTo>
                <a:lnTo>
                  <a:pt x="872165" y="0"/>
                </a:lnTo>
                <a:lnTo>
                  <a:pt x="872165" y="348866"/>
                </a:lnTo>
                <a:lnTo>
                  <a:pt x="0" y="348866"/>
                </a:lnTo>
                <a:lnTo>
                  <a:pt x="0" y="0"/>
                </a:lnTo>
                <a:close/>
              </a:path>
              <a:path w="872490" h="349250">
                <a:moveTo>
                  <a:pt x="43608" y="43608"/>
                </a:moveTo>
                <a:lnTo>
                  <a:pt x="828556" y="43608"/>
                </a:lnTo>
                <a:lnTo>
                  <a:pt x="828556" y="305257"/>
                </a:lnTo>
                <a:lnTo>
                  <a:pt x="43608" y="305257"/>
                </a:lnTo>
                <a:lnTo>
                  <a:pt x="43608" y="43608"/>
                </a:lnTo>
                <a:close/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7779121" y="1667595"/>
            <a:ext cx="37465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Servise</a:t>
            </a:r>
            <a:endParaRPr sz="800">
              <a:latin typeface="Arial"/>
              <a:cs typeface="Arial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2109801" y="4510472"/>
            <a:ext cx="584835" cy="2198370"/>
          </a:xfrm>
          <a:custGeom>
            <a:avLst/>
            <a:gdLst/>
            <a:ahLst/>
            <a:cxnLst/>
            <a:rect l="l" t="t" r="r" b="b"/>
            <a:pathLst>
              <a:path w="584835" h="2198370">
                <a:moveTo>
                  <a:pt x="584350" y="2197856"/>
                </a:moveTo>
                <a:lnTo>
                  <a:pt x="0" y="2197856"/>
                </a:lnTo>
                <a:lnTo>
                  <a:pt x="0" y="0"/>
                </a:lnTo>
              </a:path>
              <a:path w="584835" h="2198370">
                <a:moveTo>
                  <a:pt x="34886" y="0"/>
                </a:moveTo>
                <a:lnTo>
                  <a:pt x="34886" y="2162969"/>
                </a:lnTo>
                <a:lnTo>
                  <a:pt x="584350" y="2162969"/>
                </a:lnTo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2173960" y="4528297"/>
            <a:ext cx="8382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3304667" y="5679173"/>
            <a:ext cx="959485" cy="262255"/>
          </a:xfrm>
          <a:custGeom>
            <a:avLst/>
            <a:gdLst/>
            <a:ahLst/>
            <a:cxnLst/>
            <a:rect l="l" t="t" r="r" b="b"/>
            <a:pathLst>
              <a:path w="959485" h="262254">
                <a:moveTo>
                  <a:pt x="959381" y="244206"/>
                </a:moveTo>
                <a:lnTo>
                  <a:pt x="959381" y="261649"/>
                </a:lnTo>
                <a:lnTo>
                  <a:pt x="69773" y="261649"/>
                </a:lnTo>
                <a:lnTo>
                  <a:pt x="69773" y="0"/>
                </a:lnTo>
                <a:lnTo>
                  <a:pt x="0" y="0"/>
                </a:lnTo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3290468" y="5662112"/>
            <a:ext cx="1016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4769905" y="1736986"/>
            <a:ext cx="2764790" cy="3924935"/>
          </a:xfrm>
          <a:custGeom>
            <a:avLst/>
            <a:gdLst/>
            <a:ahLst/>
            <a:cxnLst/>
            <a:rect l="l" t="t" r="r" b="b"/>
            <a:pathLst>
              <a:path w="2764790" h="3924935">
                <a:moveTo>
                  <a:pt x="0" y="3924743"/>
                </a:moveTo>
                <a:lnTo>
                  <a:pt x="0" y="3540990"/>
                </a:lnTo>
                <a:lnTo>
                  <a:pt x="2616495" y="3540990"/>
                </a:lnTo>
                <a:lnTo>
                  <a:pt x="2616495" y="0"/>
                </a:lnTo>
                <a:lnTo>
                  <a:pt x="2764763" y="0"/>
                </a:lnTo>
              </a:path>
              <a:path w="2764790" h="3924935">
                <a:moveTo>
                  <a:pt x="2764763" y="34886"/>
                </a:moveTo>
                <a:lnTo>
                  <a:pt x="2651382" y="34886"/>
                </a:lnTo>
                <a:lnTo>
                  <a:pt x="2651382" y="3575877"/>
                </a:lnTo>
                <a:lnTo>
                  <a:pt x="34886" y="3575877"/>
                </a:lnTo>
                <a:lnTo>
                  <a:pt x="34886" y="3924743"/>
                </a:lnTo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7433253" y="1597822"/>
            <a:ext cx="1016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7229411" y="969481"/>
            <a:ext cx="872490" cy="349250"/>
          </a:xfrm>
          <a:custGeom>
            <a:avLst/>
            <a:gdLst/>
            <a:ahLst/>
            <a:cxnLst/>
            <a:rect l="l" t="t" r="r" b="b"/>
            <a:pathLst>
              <a:path w="872490" h="349250">
                <a:moveTo>
                  <a:pt x="872165" y="174433"/>
                </a:moveTo>
                <a:lnTo>
                  <a:pt x="872165" y="180146"/>
                </a:lnTo>
                <a:lnTo>
                  <a:pt x="871465" y="185845"/>
                </a:lnTo>
                <a:lnTo>
                  <a:pt x="870065" y="191530"/>
                </a:lnTo>
                <a:lnTo>
                  <a:pt x="868666" y="197216"/>
                </a:lnTo>
                <a:lnTo>
                  <a:pt x="866572" y="202860"/>
                </a:lnTo>
                <a:lnTo>
                  <a:pt x="863785" y="208463"/>
                </a:lnTo>
                <a:lnTo>
                  <a:pt x="860999" y="214066"/>
                </a:lnTo>
                <a:lnTo>
                  <a:pt x="838969" y="241184"/>
                </a:lnTo>
                <a:lnTo>
                  <a:pt x="833503" y="246463"/>
                </a:lnTo>
                <a:lnTo>
                  <a:pt x="798671" y="271341"/>
                </a:lnTo>
                <a:lnTo>
                  <a:pt x="759198" y="291574"/>
                </a:lnTo>
                <a:lnTo>
                  <a:pt x="720922" y="306513"/>
                </a:lnTo>
                <a:lnTo>
                  <a:pt x="678355" y="319467"/>
                </a:lnTo>
                <a:lnTo>
                  <a:pt x="632147" y="330240"/>
                </a:lnTo>
                <a:lnTo>
                  <a:pt x="593022" y="337177"/>
                </a:lnTo>
                <a:lnTo>
                  <a:pt x="552387" y="342547"/>
                </a:lnTo>
                <a:lnTo>
                  <a:pt x="510632" y="346297"/>
                </a:lnTo>
                <a:lnTo>
                  <a:pt x="468159" y="348393"/>
                </a:lnTo>
                <a:lnTo>
                  <a:pt x="436082" y="348866"/>
                </a:lnTo>
                <a:lnTo>
                  <a:pt x="425377" y="348813"/>
                </a:lnTo>
                <a:lnTo>
                  <a:pt x="382697" y="347554"/>
                </a:lnTo>
                <a:lnTo>
                  <a:pt x="340532" y="344627"/>
                </a:lnTo>
                <a:lnTo>
                  <a:pt x="299287" y="340061"/>
                </a:lnTo>
                <a:lnTo>
                  <a:pt x="259359" y="333899"/>
                </a:lnTo>
                <a:lnTo>
                  <a:pt x="221134" y="326203"/>
                </a:lnTo>
                <a:lnTo>
                  <a:pt x="176307" y="314537"/>
                </a:lnTo>
                <a:lnTo>
                  <a:pt x="135387" y="300765"/>
                </a:lnTo>
                <a:lnTo>
                  <a:pt x="98986" y="285091"/>
                </a:lnTo>
                <a:lnTo>
                  <a:pt x="62041" y="264108"/>
                </a:lnTo>
                <a:lnTo>
                  <a:pt x="33193" y="241184"/>
                </a:lnTo>
                <a:lnTo>
                  <a:pt x="27728" y="235906"/>
                </a:lnTo>
                <a:lnTo>
                  <a:pt x="22923" y="230534"/>
                </a:lnTo>
                <a:lnTo>
                  <a:pt x="18777" y="225067"/>
                </a:lnTo>
                <a:lnTo>
                  <a:pt x="14631" y="219600"/>
                </a:lnTo>
                <a:lnTo>
                  <a:pt x="2099" y="191530"/>
                </a:lnTo>
                <a:lnTo>
                  <a:pt x="699" y="185845"/>
                </a:lnTo>
                <a:lnTo>
                  <a:pt x="0" y="180146"/>
                </a:lnTo>
                <a:lnTo>
                  <a:pt x="0" y="174433"/>
                </a:lnTo>
                <a:lnTo>
                  <a:pt x="0" y="168720"/>
                </a:lnTo>
                <a:lnTo>
                  <a:pt x="699" y="163021"/>
                </a:lnTo>
                <a:lnTo>
                  <a:pt x="2099" y="157335"/>
                </a:lnTo>
                <a:lnTo>
                  <a:pt x="3499" y="151649"/>
                </a:lnTo>
                <a:lnTo>
                  <a:pt x="18777" y="123796"/>
                </a:lnTo>
                <a:lnTo>
                  <a:pt x="22922" y="118330"/>
                </a:lnTo>
                <a:lnTo>
                  <a:pt x="51491" y="92205"/>
                </a:lnTo>
                <a:lnTo>
                  <a:pt x="85816" y="70522"/>
                </a:lnTo>
                <a:lnTo>
                  <a:pt x="120248" y="54154"/>
                </a:lnTo>
                <a:lnTo>
                  <a:pt x="159434" y="39594"/>
                </a:lnTo>
                <a:lnTo>
                  <a:pt x="202781" y="27061"/>
                </a:lnTo>
                <a:lnTo>
                  <a:pt x="240017" y="18623"/>
                </a:lnTo>
                <a:lnTo>
                  <a:pt x="279140" y="11686"/>
                </a:lnTo>
                <a:lnTo>
                  <a:pt x="319776" y="6317"/>
                </a:lnTo>
                <a:lnTo>
                  <a:pt x="361531" y="2567"/>
                </a:lnTo>
                <a:lnTo>
                  <a:pt x="404005" y="473"/>
                </a:lnTo>
                <a:lnTo>
                  <a:pt x="436082" y="0"/>
                </a:lnTo>
                <a:lnTo>
                  <a:pt x="446787" y="52"/>
                </a:lnTo>
                <a:lnTo>
                  <a:pt x="489466" y="1312"/>
                </a:lnTo>
                <a:lnTo>
                  <a:pt x="531631" y="4238"/>
                </a:lnTo>
                <a:lnTo>
                  <a:pt x="572876" y="8803"/>
                </a:lnTo>
                <a:lnTo>
                  <a:pt x="612803" y="14963"/>
                </a:lnTo>
                <a:lnTo>
                  <a:pt x="651029" y="22660"/>
                </a:lnTo>
                <a:lnTo>
                  <a:pt x="695856" y="34326"/>
                </a:lnTo>
                <a:lnTo>
                  <a:pt x="736776" y="48099"/>
                </a:lnTo>
                <a:lnTo>
                  <a:pt x="773178" y="63773"/>
                </a:lnTo>
                <a:lnTo>
                  <a:pt x="810123" y="84755"/>
                </a:lnTo>
                <a:lnTo>
                  <a:pt x="838969" y="107679"/>
                </a:lnTo>
                <a:lnTo>
                  <a:pt x="844435" y="112957"/>
                </a:lnTo>
                <a:lnTo>
                  <a:pt x="849241" y="118330"/>
                </a:lnTo>
                <a:lnTo>
                  <a:pt x="853387" y="123797"/>
                </a:lnTo>
                <a:lnTo>
                  <a:pt x="857533" y="129263"/>
                </a:lnTo>
                <a:lnTo>
                  <a:pt x="860999" y="134799"/>
                </a:lnTo>
                <a:lnTo>
                  <a:pt x="863785" y="140401"/>
                </a:lnTo>
                <a:lnTo>
                  <a:pt x="866572" y="146005"/>
                </a:lnTo>
                <a:lnTo>
                  <a:pt x="868666" y="151649"/>
                </a:lnTo>
                <a:lnTo>
                  <a:pt x="870065" y="157335"/>
                </a:lnTo>
                <a:lnTo>
                  <a:pt x="871465" y="163021"/>
                </a:lnTo>
                <a:lnTo>
                  <a:pt x="872165" y="168720"/>
                </a:lnTo>
                <a:lnTo>
                  <a:pt x="872165" y="174433"/>
                </a:lnTo>
                <a:close/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7596103" y="1057080"/>
            <a:ext cx="13017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dash" sz="800" spc="-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ID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7661048" y="860376"/>
            <a:ext cx="1404620" cy="724535"/>
            <a:chOff x="7661048" y="860376"/>
            <a:chExt cx="1404620" cy="724535"/>
          </a:xfrm>
        </p:grpSpPr>
        <p:sp>
          <p:nvSpPr>
            <p:cNvPr id="59" name="object 59"/>
            <p:cNvSpPr/>
            <p:nvPr/>
          </p:nvSpPr>
          <p:spPr>
            <a:xfrm>
              <a:off x="7665493" y="1213687"/>
              <a:ext cx="959485" cy="366395"/>
            </a:xfrm>
            <a:custGeom>
              <a:avLst/>
              <a:gdLst/>
              <a:ahLst/>
              <a:cxnLst/>
              <a:rect l="l" t="t" r="r" b="b"/>
              <a:pathLst>
                <a:path w="959484" h="366394">
                  <a:moveTo>
                    <a:pt x="305257" y="366309"/>
                  </a:moveTo>
                  <a:lnTo>
                    <a:pt x="0" y="104659"/>
                  </a:lnTo>
                </a:path>
                <a:path w="959484" h="366394">
                  <a:moveTo>
                    <a:pt x="959381" y="0"/>
                  </a:moveTo>
                  <a:lnTo>
                    <a:pt x="523299" y="366309"/>
                  </a:lnTo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8188792" y="864821"/>
              <a:ext cx="872490" cy="349250"/>
            </a:xfrm>
            <a:custGeom>
              <a:avLst/>
              <a:gdLst/>
              <a:ahLst/>
              <a:cxnLst/>
              <a:rect l="l" t="t" r="r" b="b"/>
              <a:pathLst>
                <a:path w="872490" h="349250">
                  <a:moveTo>
                    <a:pt x="872165" y="174433"/>
                  </a:moveTo>
                  <a:lnTo>
                    <a:pt x="872165" y="180145"/>
                  </a:lnTo>
                  <a:lnTo>
                    <a:pt x="871465" y="185845"/>
                  </a:lnTo>
                  <a:lnTo>
                    <a:pt x="870065" y="191530"/>
                  </a:lnTo>
                  <a:lnTo>
                    <a:pt x="868665" y="197216"/>
                  </a:lnTo>
                  <a:lnTo>
                    <a:pt x="866571" y="202859"/>
                  </a:lnTo>
                  <a:lnTo>
                    <a:pt x="863784" y="208462"/>
                  </a:lnTo>
                  <a:lnTo>
                    <a:pt x="860998" y="214065"/>
                  </a:lnTo>
                  <a:lnTo>
                    <a:pt x="838969" y="241184"/>
                  </a:lnTo>
                  <a:lnTo>
                    <a:pt x="833503" y="246462"/>
                  </a:lnTo>
                  <a:lnTo>
                    <a:pt x="798671" y="271341"/>
                  </a:lnTo>
                  <a:lnTo>
                    <a:pt x="759198" y="291574"/>
                  </a:lnTo>
                  <a:lnTo>
                    <a:pt x="720922" y="306513"/>
                  </a:lnTo>
                  <a:lnTo>
                    <a:pt x="678356" y="319467"/>
                  </a:lnTo>
                  <a:lnTo>
                    <a:pt x="632147" y="330240"/>
                  </a:lnTo>
                  <a:lnTo>
                    <a:pt x="593023" y="337177"/>
                  </a:lnTo>
                  <a:lnTo>
                    <a:pt x="552388" y="342547"/>
                  </a:lnTo>
                  <a:lnTo>
                    <a:pt x="510632" y="346297"/>
                  </a:lnTo>
                  <a:lnTo>
                    <a:pt x="468160" y="348393"/>
                  </a:lnTo>
                  <a:lnTo>
                    <a:pt x="436082" y="348866"/>
                  </a:lnTo>
                  <a:lnTo>
                    <a:pt x="425377" y="348813"/>
                  </a:lnTo>
                  <a:lnTo>
                    <a:pt x="382698" y="347554"/>
                  </a:lnTo>
                  <a:lnTo>
                    <a:pt x="340532" y="344626"/>
                  </a:lnTo>
                  <a:lnTo>
                    <a:pt x="299288" y="340061"/>
                  </a:lnTo>
                  <a:lnTo>
                    <a:pt x="259360" y="333899"/>
                  </a:lnTo>
                  <a:lnTo>
                    <a:pt x="221135" y="326203"/>
                  </a:lnTo>
                  <a:lnTo>
                    <a:pt x="176307" y="314538"/>
                  </a:lnTo>
                  <a:lnTo>
                    <a:pt x="135388" y="300765"/>
                  </a:lnTo>
                  <a:lnTo>
                    <a:pt x="98985" y="285091"/>
                  </a:lnTo>
                  <a:lnTo>
                    <a:pt x="62041" y="264108"/>
                  </a:lnTo>
                  <a:lnTo>
                    <a:pt x="27728" y="235906"/>
                  </a:lnTo>
                  <a:lnTo>
                    <a:pt x="8378" y="208462"/>
                  </a:lnTo>
                  <a:lnTo>
                    <a:pt x="5592" y="202859"/>
                  </a:lnTo>
                  <a:lnTo>
                    <a:pt x="3499" y="197216"/>
                  </a:lnTo>
                  <a:lnTo>
                    <a:pt x="2099" y="191530"/>
                  </a:lnTo>
                  <a:lnTo>
                    <a:pt x="699" y="185845"/>
                  </a:lnTo>
                  <a:lnTo>
                    <a:pt x="0" y="180145"/>
                  </a:lnTo>
                  <a:lnTo>
                    <a:pt x="0" y="174433"/>
                  </a:lnTo>
                  <a:lnTo>
                    <a:pt x="0" y="168720"/>
                  </a:lnTo>
                  <a:lnTo>
                    <a:pt x="699" y="163021"/>
                  </a:lnTo>
                  <a:lnTo>
                    <a:pt x="2099" y="157335"/>
                  </a:lnTo>
                  <a:lnTo>
                    <a:pt x="3499" y="151649"/>
                  </a:lnTo>
                  <a:lnTo>
                    <a:pt x="22923" y="118329"/>
                  </a:lnTo>
                  <a:lnTo>
                    <a:pt x="51490" y="92206"/>
                  </a:lnTo>
                  <a:lnTo>
                    <a:pt x="85816" y="70522"/>
                  </a:lnTo>
                  <a:lnTo>
                    <a:pt x="120248" y="54154"/>
                  </a:lnTo>
                  <a:lnTo>
                    <a:pt x="159434" y="39594"/>
                  </a:lnTo>
                  <a:lnTo>
                    <a:pt x="202781" y="27061"/>
                  </a:lnTo>
                  <a:lnTo>
                    <a:pt x="240017" y="18625"/>
                  </a:lnTo>
                  <a:lnTo>
                    <a:pt x="279141" y="11687"/>
                  </a:lnTo>
                  <a:lnTo>
                    <a:pt x="319776" y="6318"/>
                  </a:lnTo>
                  <a:lnTo>
                    <a:pt x="361531" y="2567"/>
                  </a:lnTo>
                  <a:lnTo>
                    <a:pt x="404006" y="472"/>
                  </a:lnTo>
                  <a:lnTo>
                    <a:pt x="436082" y="0"/>
                  </a:lnTo>
                  <a:lnTo>
                    <a:pt x="446788" y="52"/>
                  </a:lnTo>
                  <a:lnTo>
                    <a:pt x="489467" y="1312"/>
                  </a:lnTo>
                  <a:lnTo>
                    <a:pt x="531631" y="4239"/>
                  </a:lnTo>
                  <a:lnTo>
                    <a:pt x="572876" y="8804"/>
                  </a:lnTo>
                  <a:lnTo>
                    <a:pt x="612803" y="14965"/>
                  </a:lnTo>
                  <a:lnTo>
                    <a:pt x="651029" y="22662"/>
                  </a:lnTo>
                  <a:lnTo>
                    <a:pt x="695856" y="34326"/>
                  </a:lnTo>
                  <a:lnTo>
                    <a:pt x="736776" y="48098"/>
                  </a:lnTo>
                  <a:lnTo>
                    <a:pt x="773179" y="63773"/>
                  </a:lnTo>
                  <a:lnTo>
                    <a:pt x="810123" y="84755"/>
                  </a:lnTo>
                  <a:lnTo>
                    <a:pt x="844434" y="112957"/>
                  </a:lnTo>
                  <a:lnTo>
                    <a:pt x="853386" y="123796"/>
                  </a:lnTo>
                  <a:lnTo>
                    <a:pt x="857532" y="129263"/>
                  </a:lnTo>
                  <a:lnTo>
                    <a:pt x="860998" y="134798"/>
                  </a:lnTo>
                  <a:lnTo>
                    <a:pt x="863784" y="140401"/>
                  </a:lnTo>
                  <a:lnTo>
                    <a:pt x="866571" y="146005"/>
                  </a:lnTo>
                  <a:lnTo>
                    <a:pt x="868665" y="151649"/>
                  </a:lnTo>
                  <a:lnTo>
                    <a:pt x="870065" y="157335"/>
                  </a:lnTo>
                  <a:lnTo>
                    <a:pt x="871465" y="163021"/>
                  </a:lnTo>
                  <a:lnTo>
                    <a:pt x="872165" y="168720"/>
                  </a:lnTo>
                  <a:lnTo>
                    <a:pt x="872165" y="174433"/>
                  </a:lnTo>
                  <a:close/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/>
          <p:cNvSpPr txBox="1"/>
          <p:nvPr/>
        </p:nvSpPr>
        <p:spPr>
          <a:xfrm>
            <a:off x="8468131" y="952420"/>
            <a:ext cx="3048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20">
                <a:latin typeface="Arial"/>
                <a:cs typeface="Arial"/>
              </a:rPr>
              <a:t>Name</a:t>
            </a:r>
            <a:endParaRPr sz="800">
              <a:latin typeface="Arial"/>
              <a:cs typeface="Arial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7752710" y="3463873"/>
            <a:ext cx="872490" cy="349250"/>
          </a:xfrm>
          <a:custGeom>
            <a:avLst/>
            <a:gdLst/>
            <a:ahLst/>
            <a:cxnLst/>
            <a:rect l="l" t="t" r="r" b="b"/>
            <a:pathLst>
              <a:path w="872490" h="349250">
                <a:moveTo>
                  <a:pt x="0" y="0"/>
                </a:moveTo>
                <a:lnTo>
                  <a:pt x="872165" y="0"/>
                </a:lnTo>
                <a:lnTo>
                  <a:pt x="872165" y="348866"/>
                </a:lnTo>
                <a:lnTo>
                  <a:pt x="0" y="348866"/>
                </a:lnTo>
                <a:lnTo>
                  <a:pt x="0" y="0"/>
                </a:lnTo>
                <a:close/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8050609" y="3551472"/>
            <a:ext cx="28067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Detail</a:t>
            </a:r>
            <a:endParaRPr sz="800">
              <a:latin typeface="Arial"/>
              <a:cs typeface="Arial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8406834" y="2853358"/>
            <a:ext cx="0" cy="610870"/>
          </a:xfrm>
          <a:custGeom>
            <a:avLst/>
            <a:gdLst/>
            <a:ahLst/>
            <a:cxnLst/>
            <a:rect l="l" t="t" r="r" b="b"/>
            <a:pathLst>
              <a:path w="0" h="610870">
                <a:moveTo>
                  <a:pt x="0" y="0"/>
                </a:moveTo>
                <a:lnTo>
                  <a:pt x="0" y="610515"/>
                </a:lnTo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8305418" y="3307266"/>
            <a:ext cx="1016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7922698" y="2325614"/>
            <a:ext cx="968375" cy="532765"/>
            <a:chOff x="7922698" y="2325614"/>
            <a:chExt cx="968375" cy="532765"/>
          </a:xfrm>
        </p:grpSpPr>
        <p:sp>
          <p:nvSpPr>
            <p:cNvPr id="67" name="object 67"/>
            <p:cNvSpPr/>
            <p:nvPr/>
          </p:nvSpPr>
          <p:spPr>
            <a:xfrm>
              <a:off x="7927143" y="2330059"/>
              <a:ext cx="959485" cy="523875"/>
            </a:xfrm>
            <a:custGeom>
              <a:avLst/>
              <a:gdLst/>
              <a:ahLst/>
              <a:cxnLst/>
              <a:rect l="l" t="t" r="r" b="b"/>
              <a:pathLst>
                <a:path w="959484" h="523875">
                  <a:moveTo>
                    <a:pt x="479690" y="0"/>
                  </a:moveTo>
                  <a:lnTo>
                    <a:pt x="959381" y="261649"/>
                  </a:lnTo>
                  <a:lnTo>
                    <a:pt x="479690" y="523299"/>
                  </a:lnTo>
                  <a:lnTo>
                    <a:pt x="0" y="261649"/>
                  </a:lnTo>
                  <a:lnTo>
                    <a:pt x="479690" y="0"/>
                  </a:lnTo>
                  <a:close/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7962030" y="2364945"/>
              <a:ext cx="889635" cy="454025"/>
            </a:xfrm>
            <a:custGeom>
              <a:avLst/>
              <a:gdLst/>
              <a:ahLst/>
              <a:cxnLst/>
              <a:rect l="l" t="t" r="r" b="b"/>
              <a:pathLst>
                <a:path w="889634" h="454025">
                  <a:moveTo>
                    <a:pt x="444804" y="453525"/>
                  </a:moveTo>
                  <a:lnTo>
                    <a:pt x="0" y="226762"/>
                  </a:lnTo>
                  <a:lnTo>
                    <a:pt x="444804" y="0"/>
                  </a:lnTo>
                  <a:lnTo>
                    <a:pt x="889608" y="226762"/>
                  </a:lnTo>
                  <a:lnTo>
                    <a:pt x="444804" y="4535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7962030" y="2364945"/>
              <a:ext cx="889635" cy="454025"/>
            </a:xfrm>
            <a:custGeom>
              <a:avLst/>
              <a:gdLst/>
              <a:ahLst/>
              <a:cxnLst/>
              <a:rect l="l" t="t" r="r" b="b"/>
              <a:pathLst>
                <a:path w="889634" h="454025">
                  <a:moveTo>
                    <a:pt x="444804" y="0"/>
                  </a:moveTo>
                  <a:lnTo>
                    <a:pt x="889608" y="226762"/>
                  </a:lnTo>
                  <a:lnTo>
                    <a:pt x="444804" y="453525"/>
                  </a:lnTo>
                  <a:lnTo>
                    <a:pt x="0" y="226762"/>
                  </a:lnTo>
                  <a:lnTo>
                    <a:pt x="444804" y="0"/>
                  </a:lnTo>
                  <a:close/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/>
          <p:cNvSpPr txBox="1"/>
          <p:nvPr/>
        </p:nvSpPr>
        <p:spPr>
          <a:xfrm>
            <a:off x="8212342" y="2504874"/>
            <a:ext cx="38036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>
                <a:latin typeface="Arial"/>
                <a:cs typeface="Arial"/>
              </a:rPr>
              <a:t>Used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in</a:t>
            </a:r>
            <a:endParaRPr sz="800">
              <a:latin typeface="Arial"/>
              <a:cs typeface="Arial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7970751" y="1928863"/>
            <a:ext cx="436245" cy="401320"/>
          </a:xfrm>
          <a:custGeom>
            <a:avLst/>
            <a:gdLst/>
            <a:ahLst/>
            <a:cxnLst/>
            <a:rect l="l" t="t" r="r" b="b"/>
            <a:pathLst>
              <a:path w="436245" h="401319">
                <a:moveTo>
                  <a:pt x="436082" y="401196"/>
                </a:moveTo>
                <a:lnTo>
                  <a:pt x="436082" y="200598"/>
                </a:lnTo>
                <a:lnTo>
                  <a:pt x="0" y="200598"/>
                </a:lnTo>
                <a:lnTo>
                  <a:pt x="0" y="0"/>
                </a:lnTo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/>
          <p:nvPr/>
        </p:nvSpPr>
        <p:spPr>
          <a:xfrm>
            <a:off x="7886642" y="1946688"/>
            <a:ext cx="8382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7486615" y="2848913"/>
            <a:ext cx="881380" cy="358140"/>
            <a:chOff x="7486615" y="2848913"/>
            <a:chExt cx="881380" cy="358140"/>
          </a:xfrm>
        </p:grpSpPr>
        <p:sp>
          <p:nvSpPr>
            <p:cNvPr id="74" name="object 74"/>
            <p:cNvSpPr/>
            <p:nvPr/>
          </p:nvSpPr>
          <p:spPr>
            <a:xfrm>
              <a:off x="7491061" y="2853411"/>
              <a:ext cx="872490" cy="349250"/>
            </a:xfrm>
            <a:custGeom>
              <a:avLst/>
              <a:gdLst/>
              <a:ahLst/>
              <a:cxnLst/>
              <a:rect l="l" t="t" r="r" b="b"/>
              <a:pathLst>
                <a:path w="872490" h="349250">
                  <a:moveTo>
                    <a:pt x="446787" y="348760"/>
                  </a:moveTo>
                  <a:lnTo>
                    <a:pt x="425376" y="348760"/>
                  </a:lnTo>
                  <a:lnTo>
                    <a:pt x="404004" y="348340"/>
                  </a:lnTo>
                  <a:lnTo>
                    <a:pt x="361530" y="346244"/>
                  </a:lnTo>
                  <a:lnTo>
                    <a:pt x="319775" y="342494"/>
                  </a:lnTo>
                  <a:lnTo>
                    <a:pt x="279140" y="337124"/>
                  </a:lnTo>
                  <a:lnTo>
                    <a:pt x="240016" y="330188"/>
                  </a:lnTo>
                  <a:lnTo>
                    <a:pt x="202780" y="321750"/>
                  </a:lnTo>
                  <a:lnTo>
                    <a:pt x="151242" y="306461"/>
                  </a:lnTo>
                  <a:lnTo>
                    <a:pt x="105878" y="288315"/>
                  </a:lnTo>
                  <a:lnTo>
                    <a:pt x="67653" y="267698"/>
                  </a:lnTo>
                  <a:lnTo>
                    <a:pt x="27728" y="235853"/>
                  </a:lnTo>
                  <a:lnTo>
                    <a:pt x="5592" y="202806"/>
                  </a:lnTo>
                  <a:lnTo>
                    <a:pt x="0" y="180093"/>
                  </a:lnTo>
                  <a:lnTo>
                    <a:pt x="0" y="168668"/>
                  </a:lnTo>
                  <a:lnTo>
                    <a:pt x="14631" y="129211"/>
                  </a:lnTo>
                  <a:lnTo>
                    <a:pt x="44759" y="97190"/>
                  </a:lnTo>
                  <a:lnTo>
                    <a:pt x="79549" y="73937"/>
                  </a:lnTo>
                  <a:lnTo>
                    <a:pt x="120248" y="54101"/>
                  </a:lnTo>
                  <a:lnTo>
                    <a:pt x="167792" y="36865"/>
                  </a:lnTo>
                  <a:lnTo>
                    <a:pt x="221134" y="22608"/>
                  </a:lnTo>
                  <a:lnTo>
                    <a:pt x="259360" y="14911"/>
                  </a:lnTo>
                  <a:lnTo>
                    <a:pt x="299287" y="8750"/>
                  </a:lnTo>
                  <a:lnTo>
                    <a:pt x="340532" y="4185"/>
                  </a:lnTo>
                  <a:lnTo>
                    <a:pt x="382697" y="1259"/>
                  </a:lnTo>
                  <a:lnTo>
                    <a:pt x="425376" y="0"/>
                  </a:lnTo>
                  <a:lnTo>
                    <a:pt x="446787" y="0"/>
                  </a:lnTo>
                  <a:lnTo>
                    <a:pt x="468158" y="420"/>
                  </a:lnTo>
                  <a:lnTo>
                    <a:pt x="510632" y="2515"/>
                  </a:lnTo>
                  <a:lnTo>
                    <a:pt x="552388" y="6265"/>
                  </a:lnTo>
                  <a:lnTo>
                    <a:pt x="593023" y="11634"/>
                  </a:lnTo>
                  <a:lnTo>
                    <a:pt x="632147" y="18571"/>
                  </a:lnTo>
                  <a:lnTo>
                    <a:pt x="669382" y="27008"/>
                  </a:lnTo>
                  <a:lnTo>
                    <a:pt x="720922" y="42298"/>
                  </a:lnTo>
                  <a:lnTo>
                    <a:pt x="766285" y="60443"/>
                  </a:lnTo>
                  <a:lnTo>
                    <a:pt x="804510" y="81058"/>
                  </a:lnTo>
                  <a:lnTo>
                    <a:pt x="844435" y="112903"/>
                  </a:lnTo>
                  <a:lnTo>
                    <a:pt x="866572" y="145953"/>
                  </a:lnTo>
                  <a:lnTo>
                    <a:pt x="872164" y="168668"/>
                  </a:lnTo>
                  <a:lnTo>
                    <a:pt x="872164" y="174379"/>
                  </a:lnTo>
                  <a:lnTo>
                    <a:pt x="872164" y="180093"/>
                  </a:lnTo>
                  <a:lnTo>
                    <a:pt x="857533" y="219546"/>
                  </a:lnTo>
                  <a:lnTo>
                    <a:pt x="827405" y="251567"/>
                  </a:lnTo>
                  <a:lnTo>
                    <a:pt x="792615" y="274820"/>
                  </a:lnTo>
                  <a:lnTo>
                    <a:pt x="751915" y="294657"/>
                  </a:lnTo>
                  <a:lnTo>
                    <a:pt x="704371" y="311894"/>
                  </a:lnTo>
                  <a:lnTo>
                    <a:pt x="651029" y="326151"/>
                  </a:lnTo>
                  <a:lnTo>
                    <a:pt x="612803" y="333846"/>
                  </a:lnTo>
                  <a:lnTo>
                    <a:pt x="572876" y="340008"/>
                  </a:lnTo>
                  <a:lnTo>
                    <a:pt x="531631" y="344573"/>
                  </a:lnTo>
                  <a:lnTo>
                    <a:pt x="489466" y="347500"/>
                  </a:lnTo>
                  <a:lnTo>
                    <a:pt x="468158" y="348340"/>
                  </a:lnTo>
                  <a:lnTo>
                    <a:pt x="446787" y="34876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7491060" y="2853358"/>
              <a:ext cx="872490" cy="349250"/>
            </a:xfrm>
            <a:custGeom>
              <a:avLst/>
              <a:gdLst/>
              <a:ahLst/>
              <a:cxnLst/>
              <a:rect l="l" t="t" r="r" b="b"/>
              <a:pathLst>
                <a:path w="872490" h="349250">
                  <a:moveTo>
                    <a:pt x="872165" y="174433"/>
                  </a:moveTo>
                  <a:lnTo>
                    <a:pt x="872165" y="180147"/>
                  </a:lnTo>
                  <a:lnTo>
                    <a:pt x="871465" y="185846"/>
                  </a:lnTo>
                  <a:lnTo>
                    <a:pt x="870065" y="191531"/>
                  </a:lnTo>
                  <a:lnTo>
                    <a:pt x="868665" y="197215"/>
                  </a:lnTo>
                  <a:lnTo>
                    <a:pt x="866572" y="202859"/>
                  </a:lnTo>
                  <a:lnTo>
                    <a:pt x="863785" y="208462"/>
                  </a:lnTo>
                  <a:lnTo>
                    <a:pt x="861000" y="214065"/>
                  </a:lnTo>
                  <a:lnTo>
                    <a:pt x="857533" y="219599"/>
                  </a:lnTo>
                  <a:lnTo>
                    <a:pt x="853387" y="225066"/>
                  </a:lnTo>
                  <a:lnTo>
                    <a:pt x="849241" y="230533"/>
                  </a:lnTo>
                  <a:lnTo>
                    <a:pt x="844435" y="235906"/>
                  </a:lnTo>
                  <a:lnTo>
                    <a:pt x="838970" y="241183"/>
                  </a:lnTo>
                  <a:lnTo>
                    <a:pt x="833504" y="246462"/>
                  </a:lnTo>
                  <a:lnTo>
                    <a:pt x="798672" y="271341"/>
                  </a:lnTo>
                  <a:lnTo>
                    <a:pt x="759198" y="291575"/>
                  </a:lnTo>
                  <a:lnTo>
                    <a:pt x="720922" y="306514"/>
                  </a:lnTo>
                  <a:lnTo>
                    <a:pt x="678356" y="319467"/>
                  </a:lnTo>
                  <a:lnTo>
                    <a:pt x="632147" y="330241"/>
                  </a:lnTo>
                  <a:lnTo>
                    <a:pt x="593023" y="337177"/>
                  </a:lnTo>
                  <a:lnTo>
                    <a:pt x="552388" y="342547"/>
                  </a:lnTo>
                  <a:lnTo>
                    <a:pt x="510632" y="346297"/>
                  </a:lnTo>
                  <a:lnTo>
                    <a:pt x="468159" y="348393"/>
                  </a:lnTo>
                  <a:lnTo>
                    <a:pt x="436082" y="348866"/>
                  </a:lnTo>
                  <a:lnTo>
                    <a:pt x="425377" y="348813"/>
                  </a:lnTo>
                  <a:lnTo>
                    <a:pt x="382697" y="347554"/>
                  </a:lnTo>
                  <a:lnTo>
                    <a:pt x="340532" y="344626"/>
                  </a:lnTo>
                  <a:lnTo>
                    <a:pt x="299287" y="340061"/>
                  </a:lnTo>
                  <a:lnTo>
                    <a:pt x="259360" y="333899"/>
                  </a:lnTo>
                  <a:lnTo>
                    <a:pt x="221135" y="326204"/>
                  </a:lnTo>
                  <a:lnTo>
                    <a:pt x="176307" y="314539"/>
                  </a:lnTo>
                  <a:lnTo>
                    <a:pt x="135388" y="300766"/>
                  </a:lnTo>
                  <a:lnTo>
                    <a:pt x="98986" y="285092"/>
                  </a:lnTo>
                  <a:lnTo>
                    <a:pt x="62041" y="264107"/>
                  </a:lnTo>
                  <a:lnTo>
                    <a:pt x="33194" y="241183"/>
                  </a:lnTo>
                  <a:lnTo>
                    <a:pt x="27728" y="235906"/>
                  </a:lnTo>
                  <a:lnTo>
                    <a:pt x="5593" y="202859"/>
                  </a:lnTo>
                  <a:lnTo>
                    <a:pt x="0" y="174433"/>
                  </a:lnTo>
                  <a:lnTo>
                    <a:pt x="0" y="168721"/>
                  </a:lnTo>
                  <a:lnTo>
                    <a:pt x="14631" y="129265"/>
                  </a:lnTo>
                  <a:lnTo>
                    <a:pt x="18777" y="123798"/>
                  </a:lnTo>
                  <a:lnTo>
                    <a:pt x="22923" y="118329"/>
                  </a:lnTo>
                  <a:lnTo>
                    <a:pt x="51492" y="92204"/>
                  </a:lnTo>
                  <a:lnTo>
                    <a:pt x="85817" y="70522"/>
                  </a:lnTo>
                  <a:lnTo>
                    <a:pt x="120248" y="54154"/>
                  </a:lnTo>
                  <a:lnTo>
                    <a:pt x="159435" y="39594"/>
                  </a:lnTo>
                  <a:lnTo>
                    <a:pt x="202781" y="27062"/>
                  </a:lnTo>
                  <a:lnTo>
                    <a:pt x="240017" y="18624"/>
                  </a:lnTo>
                  <a:lnTo>
                    <a:pt x="279141" y="11687"/>
                  </a:lnTo>
                  <a:lnTo>
                    <a:pt x="319776" y="6318"/>
                  </a:lnTo>
                  <a:lnTo>
                    <a:pt x="361531" y="2568"/>
                  </a:lnTo>
                  <a:lnTo>
                    <a:pt x="404005" y="473"/>
                  </a:lnTo>
                  <a:lnTo>
                    <a:pt x="436082" y="0"/>
                  </a:lnTo>
                  <a:lnTo>
                    <a:pt x="446787" y="53"/>
                  </a:lnTo>
                  <a:lnTo>
                    <a:pt x="489466" y="1312"/>
                  </a:lnTo>
                  <a:lnTo>
                    <a:pt x="531631" y="4238"/>
                  </a:lnTo>
                  <a:lnTo>
                    <a:pt x="572877" y="8804"/>
                  </a:lnTo>
                  <a:lnTo>
                    <a:pt x="612804" y="14964"/>
                  </a:lnTo>
                  <a:lnTo>
                    <a:pt x="651029" y="22661"/>
                  </a:lnTo>
                  <a:lnTo>
                    <a:pt x="695856" y="34327"/>
                  </a:lnTo>
                  <a:lnTo>
                    <a:pt x="736777" y="48099"/>
                  </a:lnTo>
                  <a:lnTo>
                    <a:pt x="773179" y="63773"/>
                  </a:lnTo>
                  <a:lnTo>
                    <a:pt x="810123" y="84755"/>
                  </a:lnTo>
                  <a:lnTo>
                    <a:pt x="838970" y="107679"/>
                  </a:lnTo>
                  <a:lnTo>
                    <a:pt x="844435" y="112956"/>
                  </a:lnTo>
                  <a:lnTo>
                    <a:pt x="849241" y="118329"/>
                  </a:lnTo>
                  <a:lnTo>
                    <a:pt x="853387" y="123798"/>
                  </a:lnTo>
                  <a:lnTo>
                    <a:pt x="857534" y="129265"/>
                  </a:lnTo>
                  <a:lnTo>
                    <a:pt x="861000" y="134800"/>
                  </a:lnTo>
                  <a:lnTo>
                    <a:pt x="863785" y="140403"/>
                  </a:lnTo>
                  <a:lnTo>
                    <a:pt x="866572" y="146006"/>
                  </a:lnTo>
                  <a:lnTo>
                    <a:pt x="868665" y="151650"/>
                  </a:lnTo>
                  <a:lnTo>
                    <a:pt x="870065" y="157336"/>
                  </a:lnTo>
                  <a:lnTo>
                    <a:pt x="871465" y="163022"/>
                  </a:lnTo>
                  <a:lnTo>
                    <a:pt x="872165" y="168721"/>
                  </a:lnTo>
                  <a:lnTo>
                    <a:pt x="872165" y="174433"/>
                  </a:lnTo>
                  <a:close/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6" name="object 76"/>
          <p:cNvSpPr txBox="1"/>
          <p:nvPr/>
        </p:nvSpPr>
        <p:spPr>
          <a:xfrm>
            <a:off x="7857752" y="2940956"/>
            <a:ext cx="13017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u="sng" sz="800" spc="-25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ID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7617440" y="3197779"/>
            <a:ext cx="881380" cy="1273810"/>
            <a:chOff x="7617440" y="3197779"/>
            <a:chExt cx="881380" cy="1273810"/>
          </a:xfrm>
        </p:grpSpPr>
        <p:sp>
          <p:nvSpPr>
            <p:cNvPr id="78" name="object 78"/>
            <p:cNvSpPr/>
            <p:nvPr/>
          </p:nvSpPr>
          <p:spPr>
            <a:xfrm>
              <a:off x="7927143" y="3202224"/>
              <a:ext cx="262255" cy="262255"/>
            </a:xfrm>
            <a:custGeom>
              <a:avLst/>
              <a:gdLst/>
              <a:ahLst/>
              <a:cxnLst/>
              <a:rect l="l" t="t" r="r" b="b"/>
              <a:pathLst>
                <a:path w="262254" h="262254">
                  <a:moveTo>
                    <a:pt x="261649" y="261649"/>
                  </a:moveTo>
                  <a:lnTo>
                    <a:pt x="0" y="0"/>
                  </a:lnTo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7621885" y="4117997"/>
              <a:ext cx="872490" cy="349250"/>
            </a:xfrm>
            <a:custGeom>
              <a:avLst/>
              <a:gdLst/>
              <a:ahLst/>
              <a:cxnLst/>
              <a:rect l="l" t="t" r="r" b="b"/>
              <a:pathLst>
                <a:path w="872490" h="349250">
                  <a:moveTo>
                    <a:pt x="872165" y="174433"/>
                  </a:moveTo>
                  <a:lnTo>
                    <a:pt x="872165" y="180147"/>
                  </a:lnTo>
                  <a:lnTo>
                    <a:pt x="871465" y="185846"/>
                  </a:lnTo>
                  <a:lnTo>
                    <a:pt x="870065" y="191531"/>
                  </a:lnTo>
                  <a:lnTo>
                    <a:pt x="868665" y="197215"/>
                  </a:lnTo>
                  <a:lnTo>
                    <a:pt x="866572" y="202859"/>
                  </a:lnTo>
                  <a:lnTo>
                    <a:pt x="863785" y="208462"/>
                  </a:lnTo>
                  <a:lnTo>
                    <a:pt x="860999" y="214065"/>
                  </a:lnTo>
                  <a:lnTo>
                    <a:pt x="838969" y="241184"/>
                  </a:lnTo>
                  <a:lnTo>
                    <a:pt x="833504" y="246462"/>
                  </a:lnTo>
                  <a:lnTo>
                    <a:pt x="798671" y="271342"/>
                  </a:lnTo>
                  <a:lnTo>
                    <a:pt x="759197" y="291575"/>
                  </a:lnTo>
                  <a:lnTo>
                    <a:pt x="720921" y="306514"/>
                  </a:lnTo>
                  <a:lnTo>
                    <a:pt x="678355" y="319467"/>
                  </a:lnTo>
                  <a:lnTo>
                    <a:pt x="632146" y="330241"/>
                  </a:lnTo>
                  <a:lnTo>
                    <a:pt x="593022" y="337177"/>
                  </a:lnTo>
                  <a:lnTo>
                    <a:pt x="552387" y="342547"/>
                  </a:lnTo>
                  <a:lnTo>
                    <a:pt x="510632" y="346297"/>
                  </a:lnTo>
                  <a:lnTo>
                    <a:pt x="468160" y="348394"/>
                  </a:lnTo>
                  <a:lnTo>
                    <a:pt x="436082" y="348866"/>
                  </a:lnTo>
                  <a:lnTo>
                    <a:pt x="425377" y="348813"/>
                  </a:lnTo>
                  <a:lnTo>
                    <a:pt x="382698" y="347554"/>
                  </a:lnTo>
                  <a:lnTo>
                    <a:pt x="340533" y="344626"/>
                  </a:lnTo>
                  <a:lnTo>
                    <a:pt x="299288" y="340061"/>
                  </a:lnTo>
                  <a:lnTo>
                    <a:pt x="259360" y="333899"/>
                  </a:lnTo>
                  <a:lnTo>
                    <a:pt x="221134" y="326204"/>
                  </a:lnTo>
                  <a:lnTo>
                    <a:pt x="176307" y="314539"/>
                  </a:lnTo>
                  <a:lnTo>
                    <a:pt x="135387" y="300766"/>
                  </a:lnTo>
                  <a:lnTo>
                    <a:pt x="98985" y="285093"/>
                  </a:lnTo>
                  <a:lnTo>
                    <a:pt x="62041" y="264109"/>
                  </a:lnTo>
                  <a:lnTo>
                    <a:pt x="27728" y="235907"/>
                  </a:lnTo>
                  <a:lnTo>
                    <a:pt x="5593" y="202859"/>
                  </a:lnTo>
                  <a:lnTo>
                    <a:pt x="0" y="174433"/>
                  </a:lnTo>
                  <a:lnTo>
                    <a:pt x="0" y="168721"/>
                  </a:lnTo>
                  <a:lnTo>
                    <a:pt x="700" y="163022"/>
                  </a:lnTo>
                  <a:lnTo>
                    <a:pt x="2100" y="157335"/>
                  </a:lnTo>
                  <a:lnTo>
                    <a:pt x="3500" y="151650"/>
                  </a:lnTo>
                  <a:lnTo>
                    <a:pt x="22923" y="118329"/>
                  </a:lnTo>
                  <a:lnTo>
                    <a:pt x="51490" y="92204"/>
                  </a:lnTo>
                  <a:lnTo>
                    <a:pt x="85816" y="70522"/>
                  </a:lnTo>
                  <a:lnTo>
                    <a:pt x="120248" y="54155"/>
                  </a:lnTo>
                  <a:lnTo>
                    <a:pt x="159434" y="39594"/>
                  </a:lnTo>
                  <a:lnTo>
                    <a:pt x="202780" y="27061"/>
                  </a:lnTo>
                  <a:lnTo>
                    <a:pt x="240016" y="18623"/>
                  </a:lnTo>
                  <a:lnTo>
                    <a:pt x="279140" y="11686"/>
                  </a:lnTo>
                  <a:lnTo>
                    <a:pt x="319777" y="6318"/>
                  </a:lnTo>
                  <a:lnTo>
                    <a:pt x="361532" y="2568"/>
                  </a:lnTo>
                  <a:lnTo>
                    <a:pt x="404006" y="473"/>
                  </a:lnTo>
                  <a:lnTo>
                    <a:pt x="436082" y="0"/>
                  </a:lnTo>
                  <a:lnTo>
                    <a:pt x="446788" y="53"/>
                  </a:lnTo>
                  <a:lnTo>
                    <a:pt x="489467" y="1312"/>
                  </a:lnTo>
                  <a:lnTo>
                    <a:pt x="531631" y="4238"/>
                  </a:lnTo>
                  <a:lnTo>
                    <a:pt x="572876" y="8803"/>
                  </a:lnTo>
                  <a:lnTo>
                    <a:pt x="612803" y="14963"/>
                  </a:lnTo>
                  <a:lnTo>
                    <a:pt x="651029" y="22661"/>
                  </a:lnTo>
                  <a:lnTo>
                    <a:pt x="695855" y="34326"/>
                  </a:lnTo>
                  <a:lnTo>
                    <a:pt x="736776" y="48099"/>
                  </a:lnTo>
                  <a:lnTo>
                    <a:pt x="773177" y="63773"/>
                  </a:lnTo>
                  <a:lnTo>
                    <a:pt x="810123" y="84755"/>
                  </a:lnTo>
                  <a:lnTo>
                    <a:pt x="838968" y="107679"/>
                  </a:lnTo>
                  <a:lnTo>
                    <a:pt x="844434" y="112956"/>
                  </a:lnTo>
                  <a:lnTo>
                    <a:pt x="863785" y="140402"/>
                  </a:lnTo>
                  <a:lnTo>
                    <a:pt x="866572" y="146005"/>
                  </a:lnTo>
                  <a:lnTo>
                    <a:pt x="868665" y="151650"/>
                  </a:lnTo>
                  <a:lnTo>
                    <a:pt x="870065" y="157335"/>
                  </a:lnTo>
                  <a:lnTo>
                    <a:pt x="871465" y="163022"/>
                  </a:lnTo>
                  <a:lnTo>
                    <a:pt x="872165" y="168721"/>
                  </a:lnTo>
                  <a:lnTo>
                    <a:pt x="872165" y="174433"/>
                  </a:lnTo>
                  <a:close/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0" name="object 80"/>
          <p:cNvSpPr txBox="1"/>
          <p:nvPr/>
        </p:nvSpPr>
        <p:spPr>
          <a:xfrm>
            <a:off x="7901224" y="4205596"/>
            <a:ext cx="3048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20">
                <a:latin typeface="Arial"/>
                <a:cs typeface="Arial"/>
              </a:rPr>
              <a:t>Name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7486615" y="3808295"/>
            <a:ext cx="1143000" cy="2277110"/>
            <a:chOff x="7486615" y="3808295"/>
            <a:chExt cx="1143000" cy="2277110"/>
          </a:xfrm>
        </p:grpSpPr>
        <p:sp>
          <p:nvSpPr>
            <p:cNvPr id="82" name="object 82"/>
            <p:cNvSpPr/>
            <p:nvPr/>
          </p:nvSpPr>
          <p:spPr>
            <a:xfrm>
              <a:off x="7970751" y="3812740"/>
              <a:ext cx="87630" cy="305435"/>
            </a:xfrm>
            <a:custGeom>
              <a:avLst/>
              <a:gdLst/>
              <a:ahLst/>
              <a:cxnLst/>
              <a:rect l="l" t="t" r="r" b="b"/>
              <a:pathLst>
                <a:path w="87629" h="305435">
                  <a:moveTo>
                    <a:pt x="87216" y="305257"/>
                  </a:moveTo>
                  <a:lnTo>
                    <a:pt x="0" y="0"/>
                  </a:lnTo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7491060" y="5722781"/>
              <a:ext cx="1134110" cy="358140"/>
            </a:xfrm>
            <a:custGeom>
              <a:avLst/>
              <a:gdLst/>
              <a:ahLst/>
              <a:cxnLst/>
              <a:rect l="l" t="t" r="r" b="b"/>
              <a:pathLst>
                <a:path w="1134109" h="358139">
                  <a:moveTo>
                    <a:pt x="0" y="0"/>
                  </a:moveTo>
                  <a:lnTo>
                    <a:pt x="1133814" y="0"/>
                  </a:lnTo>
                  <a:lnTo>
                    <a:pt x="1133814" y="357587"/>
                  </a:lnTo>
                  <a:lnTo>
                    <a:pt x="0" y="357587"/>
                  </a:lnTo>
                  <a:lnTo>
                    <a:pt x="0" y="0"/>
                  </a:lnTo>
                  <a:close/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4" name="object 84"/>
          <p:cNvSpPr txBox="1"/>
          <p:nvPr/>
        </p:nvSpPr>
        <p:spPr>
          <a:xfrm>
            <a:off x="7572526" y="5819102"/>
            <a:ext cx="96202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>
                <a:latin typeface="Arial"/>
                <a:cs typeface="Arial"/>
              </a:rPr>
              <a:t>Machinery</a:t>
            </a:r>
            <a:r>
              <a:rPr dirty="0" sz="800" spc="75">
                <a:latin typeface="Arial"/>
                <a:cs typeface="Arial"/>
              </a:rPr>
              <a:t> </a:t>
            </a:r>
            <a:r>
              <a:rPr dirty="0" sz="800" spc="-10">
                <a:latin typeface="Arial"/>
                <a:cs typeface="Arial"/>
              </a:rPr>
              <a:t>company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7486615" y="4724068"/>
            <a:ext cx="881380" cy="532765"/>
            <a:chOff x="7486615" y="4724068"/>
            <a:chExt cx="881380" cy="532765"/>
          </a:xfrm>
        </p:grpSpPr>
        <p:sp>
          <p:nvSpPr>
            <p:cNvPr id="86" name="object 86"/>
            <p:cNvSpPr/>
            <p:nvPr/>
          </p:nvSpPr>
          <p:spPr>
            <a:xfrm>
              <a:off x="7491060" y="4728513"/>
              <a:ext cx="872490" cy="523875"/>
            </a:xfrm>
            <a:custGeom>
              <a:avLst/>
              <a:gdLst/>
              <a:ahLst/>
              <a:cxnLst/>
              <a:rect l="l" t="t" r="r" b="b"/>
              <a:pathLst>
                <a:path w="872490" h="523875">
                  <a:moveTo>
                    <a:pt x="436082" y="523299"/>
                  </a:moveTo>
                  <a:lnTo>
                    <a:pt x="0" y="261649"/>
                  </a:lnTo>
                  <a:lnTo>
                    <a:pt x="436082" y="0"/>
                  </a:lnTo>
                  <a:lnTo>
                    <a:pt x="872165" y="261649"/>
                  </a:lnTo>
                  <a:lnTo>
                    <a:pt x="436082" y="523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7491060" y="4728513"/>
              <a:ext cx="872490" cy="523875"/>
            </a:xfrm>
            <a:custGeom>
              <a:avLst/>
              <a:gdLst/>
              <a:ahLst/>
              <a:cxnLst/>
              <a:rect l="l" t="t" r="r" b="b"/>
              <a:pathLst>
                <a:path w="872490" h="523875">
                  <a:moveTo>
                    <a:pt x="436082" y="0"/>
                  </a:moveTo>
                  <a:lnTo>
                    <a:pt x="872165" y="261649"/>
                  </a:lnTo>
                  <a:lnTo>
                    <a:pt x="436082" y="523299"/>
                  </a:lnTo>
                  <a:lnTo>
                    <a:pt x="0" y="261649"/>
                  </a:lnTo>
                  <a:lnTo>
                    <a:pt x="436082" y="0"/>
                  </a:lnTo>
                  <a:close/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8" name="object 88"/>
          <p:cNvSpPr txBox="1"/>
          <p:nvPr/>
        </p:nvSpPr>
        <p:spPr>
          <a:xfrm>
            <a:off x="7665739" y="4903329"/>
            <a:ext cx="51435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Fabricates</a:t>
            </a:r>
            <a:endParaRPr sz="800">
              <a:latin typeface="Arial"/>
              <a:cs typeface="Arial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8363225" y="3708080"/>
            <a:ext cx="366395" cy="1299845"/>
          </a:xfrm>
          <a:custGeom>
            <a:avLst/>
            <a:gdLst/>
            <a:ahLst/>
            <a:cxnLst/>
            <a:rect l="l" t="t" r="r" b="b"/>
            <a:pathLst>
              <a:path w="366395" h="1299845">
                <a:moveTo>
                  <a:pt x="0" y="1264639"/>
                </a:moveTo>
                <a:lnTo>
                  <a:pt x="331422" y="1264639"/>
                </a:lnTo>
                <a:lnTo>
                  <a:pt x="331422" y="34886"/>
                </a:lnTo>
                <a:lnTo>
                  <a:pt x="261649" y="34886"/>
                </a:lnTo>
              </a:path>
              <a:path w="366395" h="1299845">
                <a:moveTo>
                  <a:pt x="261649" y="0"/>
                </a:moveTo>
                <a:lnTo>
                  <a:pt x="366309" y="0"/>
                </a:lnTo>
                <a:lnTo>
                  <a:pt x="366309" y="1299526"/>
                </a:lnTo>
                <a:lnTo>
                  <a:pt x="0" y="1299526"/>
                </a:lnTo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 txBox="1"/>
          <p:nvPr/>
        </p:nvSpPr>
        <p:spPr>
          <a:xfrm>
            <a:off x="8697893" y="3743349"/>
            <a:ext cx="1016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6618285" y="5251812"/>
            <a:ext cx="1452245" cy="1631314"/>
          </a:xfrm>
          <a:custGeom>
            <a:avLst/>
            <a:gdLst/>
            <a:ahLst/>
            <a:cxnLst/>
            <a:rect l="l" t="t" r="r" b="b"/>
            <a:pathLst>
              <a:path w="1452245" h="1631315">
                <a:moveTo>
                  <a:pt x="1326301" y="0"/>
                </a:moveTo>
                <a:lnTo>
                  <a:pt x="1326301" y="218041"/>
                </a:lnTo>
                <a:lnTo>
                  <a:pt x="1451893" y="218041"/>
                </a:lnTo>
                <a:lnTo>
                  <a:pt x="1451457" y="501756"/>
                </a:lnTo>
              </a:path>
              <a:path w="1452245" h="1631315">
                <a:moveTo>
                  <a:pt x="1416570" y="501669"/>
                </a:moveTo>
                <a:lnTo>
                  <a:pt x="1417007" y="252927"/>
                </a:lnTo>
                <a:lnTo>
                  <a:pt x="1291415" y="252927"/>
                </a:lnTo>
                <a:lnTo>
                  <a:pt x="1291415" y="0"/>
                </a:lnTo>
              </a:path>
              <a:path w="1452245" h="1631315">
                <a:moveTo>
                  <a:pt x="349476" y="1630948"/>
                </a:moveTo>
                <a:lnTo>
                  <a:pt x="244816" y="1630948"/>
                </a:lnTo>
                <a:lnTo>
                  <a:pt x="244816" y="759393"/>
                </a:lnTo>
                <a:lnTo>
                  <a:pt x="1221" y="767505"/>
                </a:lnTo>
              </a:path>
              <a:path w="1452245" h="1631315">
                <a:moveTo>
                  <a:pt x="0" y="732618"/>
                </a:moveTo>
                <a:lnTo>
                  <a:pt x="279703" y="723287"/>
                </a:lnTo>
                <a:lnTo>
                  <a:pt x="279703" y="1596062"/>
                </a:lnTo>
                <a:lnTo>
                  <a:pt x="349476" y="1596062"/>
                </a:lnTo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 txBox="1"/>
          <p:nvPr/>
        </p:nvSpPr>
        <p:spPr>
          <a:xfrm>
            <a:off x="6691913" y="6028421"/>
            <a:ext cx="1016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8620430" y="389407"/>
            <a:ext cx="1056005" cy="532765"/>
            <a:chOff x="8620430" y="389407"/>
            <a:chExt cx="1056005" cy="532765"/>
          </a:xfrm>
        </p:grpSpPr>
        <p:sp>
          <p:nvSpPr>
            <p:cNvPr id="94" name="object 94"/>
            <p:cNvSpPr/>
            <p:nvPr/>
          </p:nvSpPr>
          <p:spPr>
            <a:xfrm>
              <a:off x="8624875" y="393852"/>
              <a:ext cx="1047115" cy="523875"/>
            </a:xfrm>
            <a:custGeom>
              <a:avLst/>
              <a:gdLst/>
              <a:ahLst/>
              <a:cxnLst/>
              <a:rect l="l" t="t" r="r" b="b"/>
              <a:pathLst>
                <a:path w="1047115" h="523875">
                  <a:moveTo>
                    <a:pt x="523299" y="523299"/>
                  </a:moveTo>
                  <a:lnTo>
                    <a:pt x="0" y="261649"/>
                  </a:lnTo>
                  <a:lnTo>
                    <a:pt x="523299" y="0"/>
                  </a:lnTo>
                  <a:lnTo>
                    <a:pt x="1046598" y="261649"/>
                  </a:lnTo>
                  <a:lnTo>
                    <a:pt x="523299" y="5232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8624875" y="393852"/>
              <a:ext cx="1047115" cy="523875"/>
            </a:xfrm>
            <a:custGeom>
              <a:avLst/>
              <a:gdLst/>
              <a:ahLst/>
              <a:cxnLst/>
              <a:rect l="l" t="t" r="r" b="b"/>
              <a:pathLst>
                <a:path w="1047115" h="523875">
                  <a:moveTo>
                    <a:pt x="523299" y="0"/>
                  </a:moveTo>
                  <a:lnTo>
                    <a:pt x="1046598" y="261649"/>
                  </a:lnTo>
                  <a:lnTo>
                    <a:pt x="523299" y="523299"/>
                  </a:lnTo>
                  <a:lnTo>
                    <a:pt x="0" y="261649"/>
                  </a:lnTo>
                  <a:lnTo>
                    <a:pt x="523299" y="0"/>
                  </a:lnTo>
                  <a:close/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6" name="object 96"/>
          <p:cNvSpPr txBox="1"/>
          <p:nvPr/>
        </p:nvSpPr>
        <p:spPr>
          <a:xfrm>
            <a:off x="8971126" y="568668"/>
            <a:ext cx="34544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Orders</a:t>
            </a:r>
            <a:endParaRPr sz="800">
              <a:latin typeface="Arial"/>
              <a:cs typeface="Arial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6400854" y="655501"/>
            <a:ext cx="2224405" cy="1762125"/>
          </a:xfrm>
          <a:custGeom>
            <a:avLst/>
            <a:gdLst/>
            <a:ahLst/>
            <a:cxnLst/>
            <a:rect l="l" t="t" r="r" b="b"/>
            <a:pathLst>
              <a:path w="2224404" h="1762125">
                <a:moveTo>
                  <a:pt x="2224021" y="0"/>
                </a:moveTo>
                <a:lnTo>
                  <a:pt x="654123" y="0"/>
                </a:lnTo>
                <a:lnTo>
                  <a:pt x="654123" y="1412907"/>
                </a:lnTo>
                <a:lnTo>
                  <a:pt x="0" y="1412907"/>
                </a:lnTo>
                <a:lnTo>
                  <a:pt x="0" y="1761773"/>
                </a:lnTo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 txBox="1"/>
          <p:nvPr/>
        </p:nvSpPr>
        <p:spPr>
          <a:xfrm>
            <a:off x="6299438" y="2260668"/>
            <a:ext cx="1016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8057967" y="655501"/>
            <a:ext cx="1701164" cy="5067300"/>
          </a:xfrm>
          <a:custGeom>
            <a:avLst/>
            <a:gdLst/>
            <a:ahLst/>
            <a:cxnLst/>
            <a:rect l="l" t="t" r="r" b="b"/>
            <a:pathLst>
              <a:path w="1701165" h="5067300">
                <a:moveTo>
                  <a:pt x="1613505" y="0"/>
                </a:moveTo>
                <a:lnTo>
                  <a:pt x="1700722" y="0"/>
                </a:lnTo>
                <a:lnTo>
                  <a:pt x="1700722" y="3593320"/>
                </a:lnTo>
                <a:lnTo>
                  <a:pt x="828556" y="3593320"/>
                </a:lnTo>
                <a:lnTo>
                  <a:pt x="828556" y="4552702"/>
                </a:lnTo>
                <a:lnTo>
                  <a:pt x="261649" y="4552702"/>
                </a:lnTo>
                <a:lnTo>
                  <a:pt x="261649" y="5067279"/>
                </a:lnTo>
                <a:lnTo>
                  <a:pt x="0" y="5067279"/>
                </a:lnTo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 txBox="1"/>
          <p:nvPr/>
        </p:nvSpPr>
        <p:spPr>
          <a:xfrm>
            <a:off x="7931152" y="5566174"/>
            <a:ext cx="14351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800" spc="-535">
                <a:latin typeface="Arial"/>
                <a:cs typeface="Arial"/>
              </a:rPr>
              <a:t>N</a:t>
            </a:r>
            <a:r>
              <a:rPr dirty="0" baseline="-17361" sz="1200" spc="-30">
                <a:latin typeface="Arial"/>
                <a:cs typeface="Arial"/>
              </a:rPr>
              <a:t>1</a:t>
            </a:r>
            <a:endParaRPr baseline="-17361" sz="1200">
              <a:latin typeface="Arial"/>
              <a:cs typeface="Arial"/>
            </a:endParaRPr>
          </a:p>
        </p:txBody>
      </p:sp>
      <p:sp>
        <p:nvSpPr>
          <p:cNvPr id="101" name="object 101"/>
          <p:cNvSpPr/>
          <p:nvPr/>
        </p:nvSpPr>
        <p:spPr>
          <a:xfrm>
            <a:off x="8624875" y="917151"/>
            <a:ext cx="541020" cy="2651760"/>
          </a:xfrm>
          <a:custGeom>
            <a:avLst/>
            <a:gdLst/>
            <a:ahLst/>
            <a:cxnLst/>
            <a:rect l="l" t="t" r="r" b="b"/>
            <a:pathLst>
              <a:path w="541020" h="2651760">
                <a:moveTo>
                  <a:pt x="540742" y="0"/>
                </a:moveTo>
                <a:lnTo>
                  <a:pt x="540742" y="1569897"/>
                </a:lnTo>
                <a:lnTo>
                  <a:pt x="540742" y="2651382"/>
                </a:lnTo>
                <a:lnTo>
                  <a:pt x="0" y="2651382"/>
                </a:lnTo>
              </a:path>
              <a:path w="541020" h="2651760">
                <a:moveTo>
                  <a:pt x="0" y="2616495"/>
                </a:moveTo>
                <a:lnTo>
                  <a:pt x="505855" y="2616495"/>
                </a:lnTo>
                <a:lnTo>
                  <a:pt x="505855" y="1604784"/>
                </a:lnTo>
                <a:lnTo>
                  <a:pt x="505855" y="0"/>
                </a:lnTo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 txBox="1"/>
          <p:nvPr/>
        </p:nvSpPr>
        <p:spPr>
          <a:xfrm>
            <a:off x="8536159" y="3394483"/>
            <a:ext cx="889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pic>
        <p:nvPicPr>
          <p:cNvPr id="103" name="object 10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63400" y="5122558"/>
            <a:ext cx="3410167" cy="2270420"/>
          </a:xfrm>
          <a:prstGeom prst="rect">
            <a:avLst/>
          </a:prstGeom>
        </p:spPr>
      </p:pic>
      <p:sp>
        <p:nvSpPr>
          <p:cNvPr id="104" name="object 104"/>
          <p:cNvSpPr txBox="1"/>
          <p:nvPr/>
        </p:nvSpPr>
        <p:spPr>
          <a:xfrm>
            <a:off x="7244238" y="6778483"/>
            <a:ext cx="31051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Builds</a:t>
            </a:r>
            <a:endParaRPr sz="800">
              <a:latin typeface="Arial"/>
              <a:cs typeface="Arial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8104684" y="6089473"/>
            <a:ext cx="8382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latin typeface="Arial"/>
                <a:cs typeface="Arial"/>
              </a:rPr>
              <a:t>1</a:t>
            </a:r>
            <a:endParaRPr sz="800">
              <a:latin typeface="Arial"/>
              <a:cs typeface="Arial"/>
            </a:endParaRPr>
          </a:p>
        </p:txBody>
      </p:sp>
      <p:pic>
        <p:nvPicPr>
          <p:cNvPr id="106" name="object 10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7728" y="860460"/>
            <a:ext cx="6549960" cy="3872413"/>
          </a:xfrm>
          <a:prstGeom prst="rect">
            <a:avLst/>
          </a:prstGeom>
        </p:spPr>
      </p:pic>
      <p:sp>
        <p:nvSpPr>
          <p:cNvPr id="107" name="object 107"/>
          <p:cNvSpPr txBox="1"/>
          <p:nvPr/>
        </p:nvSpPr>
        <p:spPr>
          <a:xfrm>
            <a:off x="877432" y="3202606"/>
            <a:ext cx="48514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>
                <a:latin typeface="Arial"/>
                <a:cs typeface="Arial"/>
              </a:rPr>
              <a:t>Full</a:t>
            </a:r>
            <a:r>
              <a:rPr dirty="0" sz="800" spc="40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name</a:t>
            </a:r>
            <a:endParaRPr sz="800">
              <a:latin typeface="Arial"/>
              <a:cs typeface="Arial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348137" y="2504874"/>
            <a:ext cx="67183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>
                <a:latin typeface="Arial"/>
                <a:cs typeface="Arial"/>
              </a:rPr>
              <a:t>Second</a:t>
            </a:r>
            <a:r>
              <a:rPr dirty="0" sz="800" spc="55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name</a:t>
            </a:r>
            <a:endParaRPr sz="800">
              <a:latin typeface="Arial"/>
              <a:cs typeface="Arial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947205" y="1964132"/>
            <a:ext cx="52006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>
                <a:latin typeface="Arial"/>
                <a:cs typeface="Arial"/>
              </a:rPr>
              <a:t>First</a:t>
            </a:r>
            <a:r>
              <a:rPr dirty="0" sz="800" spc="50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name</a:t>
            </a:r>
            <a:endParaRPr sz="800">
              <a:latin typeface="Arial"/>
              <a:cs typeface="Arial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1418038" y="2504874"/>
            <a:ext cx="62484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>
                <a:latin typeface="Arial"/>
                <a:cs typeface="Arial"/>
              </a:rPr>
              <a:t>Middle</a:t>
            </a:r>
            <a:r>
              <a:rPr dirty="0" sz="800" spc="50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name</a:t>
            </a:r>
            <a:endParaRPr sz="800">
              <a:latin typeface="Arial"/>
              <a:cs typeface="Arial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3261059" y="3376657"/>
            <a:ext cx="262255" cy="262255"/>
          </a:xfrm>
          <a:custGeom>
            <a:avLst/>
            <a:gdLst/>
            <a:ahLst/>
            <a:cxnLst/>
            <a:rect l="l" t="t" r="r" b="b"/>
            <a:pathLst>
              <a:path w="262254" h="262254">
                <a:moveTo>
                  <a:pt x="261649" y="130824"/>
                </a:moveTo>
                <a:lnTo>
                  <a:pt x="256017" y="168800"/>
                </a:lnTo>
                <a:lnTo>
                  <a:pt x="239601" y="203504"/>
                </a:lnTo>
                <a:lnTo>
                  <a:pt x="213819" y="231953"/>
                </a:lnTo>
                <a:lnTo>
                  <a:pt x="180888" y="251689"/>
                </a:lnTo>
                <a:lnTo>
                  <a:pt x="143647" y="261020"/>
                </a:lnTo>
                <a:lnTo>
                  <a:pt x="130824" y="261649"/>
                </a:lnTo>
                <a:lnTo>
                  <a:pt x="124397" y="261491"/>
                </a:lnTo>
                <a:lnTo>
                  <a:pt x="86758" y="254003"/>
                </a:lnTo>
                <a:lnTo>
                  <a:pt x="52885" y="235898"/>
                </a:lnTo>
                <a:lnTo>
                  <a:pt x="25748" y="208761"/>
                </a:lnTo>
                <a:lnTo>
                  <a:pt x="7643" y="174889"/>
                </a:lnTo>
                <a:lnTo>
                  <a:pt x="156" y="137252"/>
                </a:lnTo>
                <a:lnTo>
                  <a:pt x="0" y="130824"/>
                </a:lnTo>
                <a:lnTo>
                  <a:pt x="156" y="124397"/>
                </a:lnTo>
                <a:lnTo>
                  <a:pt x="7643" y="86757"/>
                </a:lnTo>
                <a:lnTo>
                  <a:pt x="25748" y="52884"/>
                </a:lnTo>
                <a:lnTo>
                  <a:pt x="52885" y="25747"/>
                </a:lnTo>
                <a:lnTo>
                  <a:pt x="86758" y="7643"/>
                </a:lnTo>
                <a:lnTo>
                  <a:pt x="124397" y="157"/>
                </a:lnTo>
                <a:lnTo>
                  <a:pt x="130824" y="0"/>
                </a:lnTo>
                <a:lnTo>
                  <a:pt x="137251" y="157"/>
                </a:lnTo>
                <a:lnTo>
                  <a:pt x="174890" y="7643"/>
                </a:lnTo>
                <a:lnTo>
                  <a:pt x="208763" y="25748"/>
                </a:lnTo>
                <a:lnTo>
                  <a:pt x="235899" y="52884"/>
                </a:lnTo>
                <a:lnTo>
                  <a:pt x="254004" y="86757"/>
                </a:lnTo>
                <a:lnTo>
                  <a:pt x="261492" y="124397"/>
                </a:lnTo>
                <a:lnTo>
                  <a:pt x="261649" y="130824"/>
                </a:lnTo>
                <a:close/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 txBox="1"/>
          <p:nvPr/>
        </p:nvSpPr>
        <p:spPr>
          <a:xfrm>
            <a:off x="3345660" y="3420647"/>
            <a:ext cx="8382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latin typeface="Arial"/>
                <a:cs typeface="Arial"/>
              </a:rPr>
              <a:t>o</a:t>
            </a:r>
            <a:endParaRPr sz="800">
              <a:latin typeface="Arial"/>
              <a:cs typeface="Arial"/>
            </a:endParaRPr>
          </a:p>
        </p:txBody>
      </p:sp>
      <p:sp>
        <p:nvSpPr>
          <p:cNvPr id="113" name="object 113"/>
          <p:cNvSpPr/>
          <p:nvPr/>
        </p:nvSpPr>
        <p:spPr>
          <a:xfrm>
            <a:off x="4394873" y="5126919"/>
            <a:ext cx="218440" cy="218440"/>
          </a:xfrm>
          <a:custGeom>
            <a:avLst/>
            <a:gdLst/>
            <a:ahLst/>
            <a:cxnLst/>
            <a:rect l="l" t="t" r="r" b="b"/>
            <a:pathLst>
              <a:path w="218439" h="218439">
                <a:moveTo>
                  <a:pt x="218041" y="109020"/>
                </a:moveTo>
                <a:lnTo>
                  <a:pt x="218041" y="116178"/>
                </a:lnTo>
                <a:lnTo>
                  <a:pt x="217342" y="123267"/>
                </a:lnTo>
                <a:lnTo>
                  <a:pt x="215946" y="130288"/>
                </a:lnTo>
                <a:lnTo>
                  <a:pt x="214549" y="137309"/>
                </a:lnTo>
                <a:lnTo>
                  <a:pt x="212481" y="144126"/>
                </a:lnTo>
                <a:lnTo>
                  <a:pt x="209742" y="150739"/>
                </a:lnTo>
                <a:lnTo>
                  <a:pt x="207002" y="157352"/>
                </a:lnTo>
                <a:lnTo>
                  <a:pt x="203644" y="163635"/>
                </a:lnTo>
                <a:lnTo>
                  <a:pt x="199667" y="169587"/>
                </a:lnTo>
                <a:lnTo>
                  <a:pt x="195690" y="175540"/>
                </a:lnTo>
                <a:lnTo>
                  <a:pt x="169588" y="199666"/>
                </a:lnTo>
                <a:lnTo>
                  <a:pt x="163636" y="203644"/>
                </a:lnTo>
                <a:lnTo>
                  <a:pt x="123268" y="217342"/>
                </a:lnTo>
                <a:lnTo>
                  <a:pt x="116179" y="218041"/>
                </a:lnTo>
                <a:lnTo>
                  <a:pt x="109020" y="218041"/>
                </a:lnTo>
                <a:lnTo>
                  <a:pt x="101862" y="218041"/>
                </a:lnTo>
                <a:lnTo>
                  <a:pt x="94772" y="217342"/>
                </a:lnTo>
                <a:lnTo>
                  <a:pt x="87751" y="215946"/>
                </a:lnTo>
                <a:lnTo>
                  <a:pt x="80730" y="214550"/>
                </a:lnTo>
                <a:lnTo>
                  <a:pt x="73913" y="212481"/>
                </a:lnTo>
                <a:lnTo>
                  <a:pt x="67300" y="209742"/>
                </a:lnTo>
                <a:lnTo>
                  <a:pt x="60686" y="207003"/>
                </a:lnTo>
                <a:lnTo>
                  <a:pt x="54403" y="203644"/>
                </a:lnTo>
                <a:lnTo>
                  <a:pt x="48451" y="199666"/>
                </a:lnTo>
                <a:lnTo>
                  <a:pt x="42499" y="195689"/>
                </a:lnTo>
                <a:lnTo>
                  <a:pt x="36993" y="191170"/>
                </a:lnTo>
                <a:lnTo>
                  <a:pt x="31931" y="186109"/>
                </a:lnTo>
                <a:lnTo>
                  <a:pt x="26869" y="181047"/>
                </a:lnTo>
                <a:lnTo>
                  <a:pt x="22350" y="175540"/>
                </a:lnTo>
                <a:lnTo>
                  <a:pt x="18373" y="169587"/>
                </a:lnTo>
                <a:lnTo>
                  <a:pt x="14395" y="163635"/>
                </a:lnTo>
                <a:lnTo>
                  <a:pt x="11037" y="157352"/>
                </a:lnTo>
                <a:lnTo>
                  <a:pt x="8298" y="150739"/>
                </a:lnTo>
                <a:lnTo>
                  <a:pt x="5559" y="144126"/>
                </a:lnTo>
                <a:lnTo>
                  <a:pt x="3491" y="137309"/>
                </a:lnTo>
                <a:lnTo>
                  <a:pt x="2094" y="130288"/>
                </a:lnTo>
                <a:lnTo>
                  <a:pt x="698" y="123267"/>
                </a:lnTo>
                <a:lnTo>
                  <a:pt x="0" y="116178"/>
                </a:lnTo>
                <a:lnTo>
                  <a:pt x="0" y="109020"/>
                </a:lnTo>
                <a:lnTo>
                  <a:pt x="0" y="101861"/>
                </a:lnTo>
                <a:lnTo>
                  <a:pt x="11037" y="60684"/>
                </a:lnTo>
                <a:lnTo>
                  <a:pt x="31931" y="31930"/>
                </a:lnTo>
                <a:lnTo>
                  <a:pt x="36993" y="26867"/>
                </a:lnTo>
                <a:lnTo>
                  <a:pt x="42499" y="22348"/>
                </a:lnTo>
                <a:lnTo>
                  <a:pt x="48451" y="18371"/>
                </a:lnTo>
                <a:lnTo>
                  <a:pt x="54403" y="14395"/>
                </a:lnTo>
                <a:lnTo>
                  <a:pt x="94772" y="698"/>
                </a:lnTo>
                <a:lnTo>
                  <a:pt x="101862" y="0"/>
                </a:lnTo>
                <a:lnTo>
                  <a:pt x="109020" y="0"/>
                </a:lnTo>
                <a:lnTo>
                  <a:pt x="116179" y="0"/>
                </a:lnTo>
                <a:lnTo>
                  <a:pt x="157354" y="11036"/>
                </a:lnTo>
                <a:lnTo>
                  <a:pt x="186109" y="31930"/>
                </a:lnTo>
                <a:lnTo>
                  <a:pt x="191171" y="36991"/>
                </a:lnTo>
                <a:lnTo>
                  <a:pt x="195690" y="42497"/>
                </a:lnTo>
                <a:lnTo>
                  <a:pt x="199667" y="48450"/>
                </a:lnTo>
                <a:lnTo>
                  <a:pt x="203644" y="54401"/>
                </a:lnTo>
                <a:lnTo>
                  <a:pt x="217342" y="94772"/>
                </a:lnTo>
                <a:lnTo>
                  <a:pt x="218041" y="101861"/>
                </a:lnTo>
                <a:lnTo>
                  <a:pt x="218041" y="109020"/>
                </a:lnTo>
                <a:close/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 txBox="1"/>
          <p:nvPr/>
        </p:nvSpPr>
        <p:spPr>
          <a:xfrm>
            <a:off x="4457670" y="5147535"/>
            <a:ext cx="8382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latin typeface="Arial"/>
                <a:cs typeface="Arial"/>
              </a:rPr>
              <a:t>o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15" name="object 115"/>
          <p:cNvGrpSpPr/>
          <p:nvPr/>
        </p:nvGrpSpPr>
        <p:grpSpPr>
          <a:xfrm>
            <a:off x="422077" y="4293916"/>
            <a:ext cx="4130040" cy="1215390"/>
            <a:chOff x="422077" y="4293916"/>
            <a:chExt cx="4130040" cy="1215390"/>
          </a:xfrm>
        </p:grpSpPr>
        <p:sp>
          <p:nvSpPr>
            <p:cNvPr id="116" name="object 116"/>
            <p:cNvSpPr/>
            <p:nvPr/>
          </p:nvSpPr>
          <p:spPr>
            <a:xfrm>
              <a:off x="3522708" y="4992779"/>
              <a:ext cx="1024890" cy="512445"/>
            </a:xfrm>
            <a:custGeom>
              <a:avLst/>
              <a:gdLst/>
              <a:ahLst/>
              <a:cxnLst/>
              <a:rect l="l" t="t" r="r" b="b"/>
              <a:pathLst>
                <a:path w="1024889" h="512445">
                  <a:moveTo>
                    <a:pt x="1005606" y="1743"/>
                  </a:moveTo>
                  <a:lnTo>
                    <a:pt x="998629" y="135011"/>
                  </a:lnTo>
                </a:path>
                <a:path w="1024889" h="512445">
                  <a:moveTo>
                    <a:pt x="963742" y="133266"/>
                  </a:moveTo>
                  <a:lnTo>
                    <a:pt x="970719" y="0"/>
                  </a:lnTo>
                </a:path>
                <a:path w="1024889" h="512445">
                  <a:moveTo>
                    <a:pt x="940019" y="76139"/>
                  </a:moveTo>
                  <a:lnTo>
                    <a:pt x="947692" y="62570"/>
                  </a:lnTo>
                  <a:lnTo>
                    <a:pt x="959272" y="52819"/>
                  </a:lnTo>
                  <a:lnTo>
                    <a:pt x="973502" y="47599"/>
                  </a:lnTo>
                  <a:lnTo>
                    <a:pt x="989122" y="47619"/>
                  </a:lnTo>
                  <a:lnTo>
                    <a:pt x="1003686" y="53153"/>
                  </a:lnTo>
                  <a:lnTo>
                    <a:pt x="1015102" y="63111"/>
                  </a:lnTo>
                  <a:lnTo>
                    <a:pt x="1022446" y="76355"/>
                  </a:lnTo>
                  <a:lnTo>
                    <a:pt x="1024794" y="91750"/>
                  </a:lnTo>
                </a:path>
                <a:path w="1024889" h="512445">
                  <a:moveTo>
                    <a:pt x="872165" y="243159"/>
                  </a:moveTo>
                  <a:lnTo>
                    <a:pt x="0" y="511960"/>
                  </a:lnTo>
                </a:path>
                <a:path w="1024889" h="512445">
                  <a:moveTo>
                    <a:pt x="872165" y="243159"/>
                  </a:moveTo>
                  <a:lnTo>
                    <a:pt x="0" y="40991"/>
                  </a:lnTo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426522" y="4298361"/>
              <a:ext cx="872490" cy="349250"/>
            </a:xfrm>
            <a:custGeom>
              <a:avLst/>
              <a:gdLst/>
              <a:ahLst/>
              <a:cxnLst/>
              <a:rect l="l" t="t" r="r" b="b"/>
              <a:pathLst>
                <a:path w="872490" h="349250">
                  <a:moveTo>
                    <a:pt x="872165" y="174433"/>
                  </a:moveTo>
                  <a:lnTo>
                    <a:pt x="872165" y="180147"/>
                  </a:lnTo>
                  <a:lnTo>
                    <a:pt x="871465" y="185846"/>
                  </a:lnTo>
                  <a:lnTo>
                    <a:pt x="870065" y="191530"/>
                  </a:lnTo>
                  <a:lnTo>
                    <a:pt x="868665" y="197214"/>
                  </a:lnTo>
                  <a:lnTo>
                    <a:pt x="866572" y="202858"/>
                  </a:lnTo>
                  <a:lnTo>
                    <a:pt x="863785" y="208461"/>
                  </a:lnTo>
                  <a:lnTo>
                    <a:pt x="860999" y="214064"/>
                  </a:lnTo>
                  <a:lnTo>
                    <a:pt x="838970" y="241183"/>
                  </a:lnTo>
                  <a:lnTo>
                    <a:pt x="833504" y="246462"/>
                  </a:lnTo>
                  <a:lnTo>
                    <a:pt x="798671" y="271341"/>
                  </a:lnTo>
                  <a:lnTo>
                    <a:pt x="759198" y="291574"/>
                  </a:lnTo>
                  <a:lnTo>
                    <a:pt x="720922" y="306513"/>
                  </a:lnTo>
                  <a:lnTo>
                    <a:pt x="678357" y="319466"/>
                  </a:lnTo>
                  <a:lnTo>
                    <a:pt x="632147" y="330239"/>
                  </a:lnTo>
                  <a:lnTo>
                    <a:pt x="593023" y="337176"/>
                  </a:lnTo>
                  <a:lnTo>
                    <a:pt x="552388" y="342546"/>
                  </a:lnTo>
                  <a:lnTo>
                    <a:pt x="510632" y="346296"/>
                  </a:lnTo>
                  <a:lnTo>
                    <a:pt x="468159" y="348393"/>
                  </a:lnTo>
                  <a:lnTo>
                    <a:pt x="436082" y="348866"/>
                  </a:lnTo>
                  <a:lnTo>
                    <a:pt x="425377" y="348813"/>
                  </a:lnTo>
                  <a:lnTo>
                    <a:pt x="382698" y="347552"/>
                  </a:lnTo>
                  <a:lnTo>
                    <a:pt x="340533" y="344625"/>
                  </a:lnTo>
                  <a:lnTo>
                    <a:pt x="299288" y="340060"/>
                  </a:lnTo>
                  <a:lnTo>
                    <a:pt x="259360" y="333899"/>
                  </a:lnTo>
                  <a:lnTo>
                    <a:pt x="221135" y="326203"/>
                  </a:lnTo>
                  <a:lnTo>
                    <a:pt x="176308" y="314538"/>
                  </a:lnTo>
                  <a:lnTo>
                    <a:pt x="135388" y="300765"/>
                  </a:lnTo>
                  <a:lnTo>
                    <a:pt x="98986" y="285091"/>
                  </a:lnTo>
                  <a:lnTo>
                    <a:pt x="62041" y="264108"/>
                  </a:lnTo>
                  <a:lnTo>
                    <a:pt x="33194" y="241184"/>
                  </a:lnTo>
                  <a:lnTo>
                    <a:pt x="27729" y="235907"/>
                  </a:lnTo>
                  <a:lnTo>
                    <a:pt x="5592" y="202859"/>
                  </a:lnTo>
                  <a:lnTo>
                    <a:pt x="2099" y="191530"/>
                  </a:lnTo>
                  <a:lnTo>
                    <a:pt x="699" y="185846"/>
                  </a:lnTo>
                  <a:lnTo>
                    <a:pt x="0" y="180147"/>
                  </a:lnTo>
                  <a:lnTo>
                    <a:pt x="0" y="174433"/>
                  </a:lnTo>
                  <a:lnTo>
                    <a:pt x="0" y="168721"/>
                  </a:lnTo>
                  <a:lnTo>
                    <a:pt x="699" y="163022"/>
                  </a:lnTo>
                  <a:lnTo>
                    <a:pt x="2099" y="157336"/>
                  </a:lnTo>
                  <a:lnTo>
                    <a:pt x="3499" y="151650"/>
                  </a:lnTo>
                  <a:lnTo>
                    <a:pt x="5592" y="146005"/>
                  </a:lnTo>
                  <a:lnTo>
                    <a:pt x="8379" y="140402"/>
                  </a:lnTo>
                  <a:lnTo>
                    <a:pt x="11165" y="134799"/>
                  </a:lnTo>
                  <a:lnTo>
                    <a:pt x="14631" y="129265"/>
                  </a:lnTo>
                  <a:lnTo>
                    <a:pt x="18777" y="123798"/>
                  </a:lnTo>
                  <a:lnTo>
                    <a:pt x="22923" y="118331"/>
                  </a:lnTo>
                  <a:lnTo>
                    <a:pt x="51492" y="92205"/>
                  </a:lnTo>
                  <a:lnTo>
                    <a:pt x="85817" y="70522"/>
                  </a:lnTo>
                  <a:lnTo>
                    <a:pt x="120248" y="54155"/>
                  </a:lnTo>
                  <a:lnTo>
                    <a:pt x="159434" y="39593"/>
                  </a:lnTo>
                  <a:lnTo>
                    <a:pt x="202782" y="27059"/>
                  </a:lnTo>
                  <a:lnTo>
                    <a:pt x="240017" y="18622"/>
                  </a:lnTo>
                  <a:lnTo>
                    <a:pt x="279141" y="11686"/>
                  </a:lnTo>
                  <a:lnTo>
                    <a:pt x="319776" y="6318"/>
                  </a:lnTo>
                  <a:lnTo>
                    <a:pt x="361532" y="2568"/>
                  </a:lnTo>
                  <a:lnTo>
                    <a:pt x="404005" y="473"/>
                  </a:lnTo>
                  <a:lnTo>
                    <a:pt x="436082" y="0"/>
                  </a:lnTo>
                  <a:lnTo>
                    <a:pt x="446787" y="53"/>
                  </a:lnTo>
                  <a:lnTo>
                    <a:pt x="489466" y="1313"/>
                  </a:lnTo>
                  <a:lnTo>
                    <a:pt x="531631" y="4238"/>
                  </a:lnTo>
                  <a:lnTo>
                    <a:pt x="572876" y="8804"/>
                  </a:lnTo>
                  <a:lnTo>
                    <a:pt x="612804" y="14964"/>
                  </a:lnTo>
                  <a:lnTo>
                    <a:pt x="651029" y="22660"/>
                  </a:lnTo>
                  <a:lnTo>
                    <a:pt x="695856" y="34325"/>
                  </a:lnTo>
                  <a:lnTo>
                    <a:pt x="736776" y="48099"/>
                  </a:lnTo>
                  <a:lnTo>
                    <a:pt x="773178" y="63773"/>
                  </a:lnTo>
                  <a:lnTo>
                    <a:pt x="810123" y="84756"/>
                  </a:lnTo>
                  <a:lnTo>
                    <a:pt x="844435" y="112957"/>
                  </a:lnTo>
                  <a:lnTo>
                    <a:pt x="853387" y="123798"/>
                  </a:lnTo>
                  <a:lnTo>
                    <a:pt x="857533" y="129265"/>
                  </a:lnTo>
                  <a:lnTo>
                    <a:pt x="860999" y="134799"/>
                  </a:lnTo>
                  <a:lnTo>
                    <a:pt x="863785" y="140402"/>
                  </a:lnTo>
                  <a:lnTo>
                    <a:pt x="866572" y="146005"/>
                  </a:lnTo>
                  <a:lnTo>
                    <a:pt x="868665" y="151650"/>
                  </a:lnTo>
                  <a:lnTo>
                    <a:pt x="870065" y="157336"/>
                  </a:lnTo>
                  <a:lnTo>
                    <a:pt x="871465" y="163022"/>
                  </a:lnTo>
                  <a:lnTo>
                    <a:pt x="872165" y="168721"/>
                  </a:lnTo>
                  <a:lnTo>
                    <a:pt x="872165" y="174433"/>
                  </a:lnTo>
                  <a:close/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8" name="object 118"/>
          <p:cNvSpPr txBox="1"/>
          <p:nvPr/>
        </p:nvSpPr>
        <p:spPr>
          <a:xfrm>
            <a:off x="2572295" y="2592091"/>
            <a:ext cx="40957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Address</a:t>
            </a:r>
            <a:endParaRPr sz="800">
              <a:latin typeface="Arial"/>
              <a:cs typeface="Arial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1098335" y="1283843"/>
            <a:ext cx="39243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Country</a:t>
            </a:r>
            <a:endParaRPr sz="800">
              <a:latin typeface="Arial"/>
              <a:cs typeface="Arial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1976360" y="1615265"/>
            <a:ext cx="20574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20">
                <a:latin typeface="Arial"/>
                <a:cs typeface="Arial"/>
              </a:rPr>
              <a:t>City</a:t>
            </a:r>
            <a:endParaRPr sz="800">
              <a:latin typeface="Arial"/>
              <a:cs typeface="Arial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2362975" y="1196626"/>
            <a:ext cx="3048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Street</a:t>
            </a:r>
            <a:endParaRPr sz="800">
              <a:latin typeface="Arial"/>
              <a:cs typeface="Arial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2918299" y="1545492"/>
            <a:ext cx="32829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House</a:t>
            </a:r>
            <a:endParaRPr sz="800">
              <a:latin typeface="Arial"/>
              <a:cs typeface="Arial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3592728" y="1109410"/>
            <a:ext cx="20002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20">
                <a:latin typeface="Arial"/>
                <a:cs typeface="Arial"/>
              </a:rPr>
              <a:t>Flat</a:t>
            </a:r>
            <a:endParaRPr sz="800">
              <a:latin typeface="Arial"/>
              <a:cs typeface="Arial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621506" y="4388751"/>
            <a:ext cx="473709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>
                <a:latin typeface="Arial"/>
                <a:cs typeface="Arial"/>
              </a:rPr>
              <a:t>Birth</a:t>
            </a:r>
            <a:r>
              <a:rPr dirty="0" sz="800" spc="35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date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25" name="object 125"/>
          <p:cNvGrpSpPr/>
          <p:nvPr/>
        </p:nvGrpSpPr>
        <p:grpSpPr>
          <a:xfrm>
            <a:off x="858160" y="3939120"/>
            <a:ext cx="5765800" cy="3192780"/>
            <a:chOff x="858160" y="3939120"/>
            <a:chExt cx="5765800" cy="3192780"/>
          </a:xfrm>
        </p:grpSpPr>
        <p:sp>
          <p:nvSpPr>
            <p:cNvPr id="126" name="object 126"/>
            <p:cNvSpPr/>
            <p:nvPr/>
          </p:nvSpPr>
          <p:spPr>
            <a:xfrm>
              <a:off x="862605" y="3943565"/>
              <a:ext cx="480059" cy="354965"/>
            </a:xfrm>
            <a:custGeom>
              <a:avLst/>
              <a:gdLst/>
              <a:ahLst/>
              <a:cxnLst/>
              <a:rect l="l" t="t" r="r" b="b"/>
              <a:pathLst>
                <a:path w="480059" h="354964">
                  <a:moveTo>
                    <a:pt x="479690" y="0"/>
                  </a:moveTo>
                  <a:lnTo>
                    <a:pt x="0" y="354797"/>
                  </a:lnTo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5746730" y="6778101"/>
              <a:ext cx="872490" cy="349250"/>
            </a:xfrm>
            <a:custGeom>
              <a:avLst/>
              <a:gdLst/>
              <a:ahLst/>
              <a:cxnLst/>
              <a:rect l="l" t="t" r="r" b="b"/>
              <a:pathLst>
                <a:path w="872490" h="349250">
                  <a:moveTo>
                    <a:pt x="872165" y="174433"/>
                  </a:moveTo>
                  <a:lnTo>
                    <a:pt x="872165" y="180144"/>
                  </a:lnTo>
                  <a:lnTo>
                    <a:pt x="871465" y="185844"/>
                  </a:lnTo>
                  <a:lnTo>
                    <a:pt x="870065" y="191529"/>
                  </a:lnTo>
                  <a:lnTo>
                    <a:pt x="868666" y="197214"/>
                  </a:lnTo>
                  <a:lnTo>
                    <a:pt x="866573" y="202858"/>
                  </a:lnTo>
                  <a:lnTo>
                    <a:pt x="863786" y="208460"/>
                  </a:lnTo>
                  <a:lnTo>
                    <a:pt x="860999" y="214063"/>
                  </a:lnTo>
                  <a:lnTo>
                    <a:pt x="838970" y="241182"/>
                  </a:lnTo>
                  <a:lnTo>
                    <a:pt x="833504" y="246461"/>
                  </a:lnTo>
                  <a:lnTo>
                    <a:pt x="798672" y="271340"/>
                  </a:lnTo>
                  <a:lnTo>
                    <a:pt x="759199" y="291574"/>
                  </a:lnTo>
                  <a:lnTo>
                    <a:pt x="720922" y="306514"/>
                  </a:lnTo>
                  <a:lnTo>
                    <a:pt x="678356" y="319467"/>
                  </a:lnTo>
                  <a:lnTo>
                    <a:pt x="632147" y="330240"/>
                  </a:lnTo>
                  <a:lnTo>
                    <a:pt x="593023" y="337176"/>
                  </a:lnTo>
                  <a:lnTo>
                    <a:pt x="552388" y="342547"/>
                  </a:lnTo>
                  <a:lnTo>
                    <a:pt x="510633" y="346297"/>
                  </a:lnTo>
                  <a:lnTo>
                    <a:pt x="468159" y="348393"/>
                  </a:lnTo>
                  <a:lnTo>
                    <a:pt x="436082" y="348866"/>
                  </a:lnTo>
                  <a:lnTo>
                    <a:pt x="425377" y="348813"/>
                  </a:lnTo>
                  <a:lnTo>
                    <a:pt x="382698" y="347554"/>
                  </a:lnTo>
                  <a:lnTo>
                    <a:pt x="340533" y="344626"/>
                  </a:lnTo>
                  <a:lnTo>
                    <a:pt x="299288" y="340061"/>
                  </a:lnTo>
                  <a:lnTo>
                    <a:pt x="259360" y="333899"/>
                  </a:lnTo>
                  <a:lnTo>
                    <a:pt x="221135" y="326203"/>
                  </a:lnTo>
                  <a:lnTo>
                    <a:pt x="176307" y="314538"/>
                  </a:lnTo>
                  <a:lnTo>
                    <a:pt x="135387" y="300765"/>
                  </a:lnTo>
                  <a:lnTo>
                    <a:pt x="98986" y="285090"/>
                  </a:lnTo>
                  <a:lnTo>
                    <a:pt x="62041" y="264107"/>
                  </a:lnTo>
                  <a:lnTo>
                    <a:pt x="33194" y="241182"/>
                  </a:lnTo>
                  <a:lnTo>
                    <a:pt x="27728" y="235905"/>
                  </a:lnTo>
                  <a:lnTo>
                    <a:pt x="5592" y="202858"/>
                  </a:lnTo>
                  <a:lnTo>
                    <a:pt x="2100" y="191530"/>
                  </a:lnTo>
                  <a:lnTo>
                    <a:pt x="699" y="185844"/>
                  </a:lnTo>
                  <a:lnTo>
                    <a:pt x="0" y="180144"/>
                  </a:lnTo>
                  <a:lnTo>
                    <a:pt x="0" y="174433"/>
                  </a:lnTo>
                  <a:lnTo>
                    <a:pt x="0" y="168721"/>
                  </a:lnTo>
                  <a:lnTo>
                    <a:pt x="699" y="163022"/>
                  </a:lnTo>
                  <a:lnTo>
                    <a:pt x="2100" y="157335"/>
                  </a:lnTo>
                  <a:lnTo>
                    <a:pt x="3500" y="151650"/>
                  </a:lnTo>
                  <a:lnTo>
                    <a:pt x="22923" y="118331"/>
                  </a:lnTo>
                  <a:lnTo>
                    <a:pt x="51492" y="92206"/>
                  </a:lnTo>
                  <a:lnTo>
                    <a:pt x="85817" y="70523"/>
                  </a:lnTo>
                  <a:lnTo>
                    <a:pt x="120248" y="54155"/>
                  </a:lnTo>
                  <a:lnTo>
                    <a:pt x="159434" y="39593"/>
                  </a:lnTo>
                  <a:lnTo>
                    <a:pt x="202781" y="27060"/>
                  </a:lnTo>
                  <a:lnTo>
                    <a:pt x="240017" y="18623"/>
                  </a:lnTo>
                  <a:lnTo>
                    <a:pt x="279141" y="11686"/>
                  </a:lnTo>
                  <a:lnTo>
                    <a:pt x="319777" y="6318"/>
                  </a:lnTo>
                  <a:lnTo>
                    <a:pt x="361532" y="2567"/>
                  </a:lnTo>
                  <a:lnTo>
                    <a:pt x="404006" y="473"/>
                  </a:lnTo>
                  <a:lnTo>
                    <a:pt x="436082" y="0"/>
                  </a:lnTo>
                  <a:lnTo>
                    <a:pt x="446787" y="53"/>
                  </a:lnTo>
                  <a:lnTo>
                    <a:pt x="489467" y="1312"/>
                  </a:lnTo>
                  <a:lnTo>
                    <a:pt x="531632" y="4239"/>
                  </a:lnTo>
                  <a:lnTo>
                    <a:pt x="572876" y="8804"/>
                  </a:lnTo>
                  <a:lnTo>
                    <a:pt x="612803" y="14964"/>
                  </a:lnTo>
                  <a:lnTo>
                    <a:pt x="651029" y="22661"/>
                  </a:lnTo>
                  <a:lnTo>
                    <a:pt x="695856" y="34325"/>
                  </a:lnTo>
                  <a:lnTo>
                    <a:pt x="736777" y="48098"/>
                  </a:lnTo>
                  <a:lnTo>
                    <a:pt x="773178" y="63773"/>
                  </a:lnTo>
                  <a:lnTo>
                    <a:pt x="810123" y="84756"/>
                  </a:lnTo>
                  <a:lnTo>
                    <a:pt x="844435" y="112957"/>
                  </a:lnTo>
                  <a:lnTo>
                    <a:pt x="853387" y="123798"/>
                  </a:lnTo>
                  <a:lnTo>
                    <a:pt x="857533" y="129263"/>
                  </a:lnTo>
                  <a:lnTo>
                    <a:pt x="870065" y="157335"/>
                  </a:lnTo>
                  <a:lnTo>
                    <a:pt x="871465" y="163022"/>
                  </a:lnTo>
                  <a:lnTo>
                    <a:pt x="872165" y="168721"/>
                  </a:lnTo>
                  <a:lnTo>
                    <a:pt x="872165" y="174433"/>
                  </a:lnTo>
                  <a:close/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8" name="object 128"/>
          <p:cNvSpPr txBox="1"/>
          <p:nvPr/>
        </p:nvSpPr>
        <p:spPr>
          <a:xfrm>
            <a:off x="8247228" y="7127350"/>
            <a:ext cx="31051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20" b="1">
                <a:latin typeface="Arial"/>
                <a:cs typeface="Arial"/>
              </a:rPr>
              <a:t>Name</a:t>
            </a:r>
            <a:endParaRPr sz="800">
              <a:latin typeface="Arial"/>
              <a:cs typeface="Arial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5014357" y="1964132"/>
            <a:ext cx="40957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Address</a:t>
            </a:r>
            <a:endParaRPr sz="800">
              <a:latin typeface="Arial"/>
              <a:cs typeface="Arial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4238130" y="1353616"/>
            <a:ext cx="39243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Country</a:t>
            </a:r>
            <a:endParaRPr sz="800">
              <a:latin typeface="Arial"/>
              <a:cs typeface="Arial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4767289" y="952420"/>
            <a:ext cx="20574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20">
                <a:latin typeface="Arial"/>
                <a:cs typeface="Arial"/>
              </a:rPr>
              <a:t>City</a:t>
            </a:r>
            <a:endParaRPr sz="800">
              <a:latin typeface="Arial"/>
              <a:cs typeface="Arial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5241120" y="1353616"/>
            <a:ext cx="3048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Street</a:t>
            </a:r>
            <a:endParaRPr sz="800">
              <a:latin typeface="Arial"/>
              <a:cs typeface="Arial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5840052" y="1004750"/>
            <a:ext cx="32829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House</a:t>
            </a:r>
            <a:endParaRPr sz="800">
              <a:latin typeface="Arial"/>
              <a:cs typeface="Arial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6252832" y="1353616"/>
            <a:ext cx="20002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20">
                <a:latin typeface="Arial"/>
                <a:cs typeface="Arial"/>
              </a:rPr>
              <a:t>Flat</a:t>
            </a:r>
            <a:endParaRPr sz="800">
              <a:latin typeface="Arial"/>
              <a:cs typeface="Arial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6023207" y="6865700"/>
            <a:ext cx="31051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Model</a:t>
            </a:r>
            <a:endParaRPr sz="800">
              <a:latin typeface="Arial"/>
              <a:cs typeface="Arial"/>
            </a:endParaRPr>
          </a:p>
        </p:txBody>
      </p:sp>
      <p:sp>
        <p:nvSpPr>
          <p:cNvPr id="136" name="object 136"/>
          <p:cNvSpPr/>
          <p:nvPr/>
        </p:nvSpPr>
        <p:spPr>
          <a:xfrm>
            <a:off x="6182812" y="6080369"/>
            <a:ext cx="218440" cy="697865"/>
          </a:xfrm>
          <a:custGeom>
            <a:avLst/>
            <a:gdLst/>
            <a:ahLst/>
            <a:cxnLst/>
            <a:rect l="l" t="t" r="r" b="b"/>
            <a:pathLst>
              <a:path w="218439" h="697865">
                <a:moveTo>
                  <a:pt x="218041" y="0"/>
                </a:moveTo>
                <a:lnTo>
                  <a:pt x="0" y="697732"/>
                </a:lnTo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 txBox="1"/>
          <p:nvPr/>
        </p:nvSpPr>
        <p:spPr>
          <a:xfrm>
            <a:off x="9026317" y="5784215"/>
            <a:ext cx="40957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Address</a:t>
            </a:r>
            <a:endParaRPr sz="800">
              <a:latin typeface="Arial"/>
              <a:cs typeface="Arial"/>
            </a:endParaRPr>
          </a:p>
        </p:txBody>
      </p:sp>
      <p:sp>
        <p:nvSpPr>
          <p:cNvPr id="138" name="object 138"/>
          <p:cNvSpPr txBox="1"/>
          <p:nvPr/>
        </p:nvSpPr>
        <p:spPr>
          <a:xfrm>
            <a:off x="8773389" y="5339411"/>
            <a:ext cx="39243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Country</a:t>
            </a:r>
            <a:endParaRPr sz="800">
              <a:latin typeface="Arial"/>
              <a:cs typeface="Arial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9738631" y="5217308"/>
            <a:ext cx="20574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20">
                <a:latin typeface="Arial"/>
                <a:cs typeface="Arial"/>
              </a:rPr>
              <a:t>City</a:t>
            </a:r>
            <a:endParaRPr sz="800">
              <a:latin typeface="Arial"/>
              <a:cs typeface="Arial"/>
            </a:endParaRPr>
          </a:p>
        </p:txBody>
      </p:sp>
      <p:sp>
        <p:nvSpPr>
          <p:cNvPr id="140" name="object 140"/>
          <p:cNvSpPr txBox="1"/>
          <p:nvPr/>
        </p:nvSpPr>
        <p:spPr>
          <a:xfrm>
            <a:off x="9776379" y="6167968"/>
            <a:ext cx="3048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Street</a:t>
            </a:r>
            <a:endParaRPr sz="800">
              <a:latin typeface="Arial"/>
              <a:cs typeface="Arial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9241497" y="6691267"/>
            <a:ext cx="32829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House</a:t>
            </a:r>
            <a:endParaRPr sz="800">
              <a:latin typeface="Arial"/>
              <a:cs typeface="Arial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8738503" y="6255184"/>
            <a:ext cx="20002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20">
                <a:latin typeface="Arial"/>
                <a:cs typeface="Arial"/>
              </a:rPr>
              <a:t>Flat</a:t>
            </a:r>
            <a:endParaRPr sz="800">
              <a:latin typeface="Arial"/>
              <a:cs typeface="Arial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5668481" y="4467246"/>
            <a:ext cx="32258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10">
                <a:latin typeface="Arial"/>
                <a:cs typeface="Arial"/>
              </a:rPr>
              <a:t>Salary</a:t>
            </a:r>
            <a:endParaRPr sz="800">
              <a:latin typeface="Arial"/>
              <a:cs typeface="Arial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4957803" y="4057328"/>
            <a:ext cx="697230" cy="28194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46379" marR="5080" indent="-234315">
              <a:lnSpc>
                <a:spcPct val="107300"/>
              </a:lnSpc>
              <a:spcBef>
                <a:spcPts val="55"/>
              </a:spcBef>
            </a:pPr>
            <a:r>
              <a:rPr dirty="0" sz="800">
                <a:latin typeface="Arial"/>
                <a:cs typeface="Arial"/>
              </a:rPr>
              <a:t>Contract's</a:t>
            </a:r>
            <a:r>
              <a:rPr dirty="0" sz="800" spc="75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end</a:t>
            </a:r>
            <a:r>
              <a:rPr dirty="0" sz="800" spc="-20">
                <a:latin typeface="Arial"/>
                <a:cs typeface="Arial"/>
              </a:rPr>
              <a:t> date</a:t>
            </a:r>
            <a:endParaRPr sz="800">
              <a:latin typeface="Arial"/>
              <a:cs typeface="Arial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5568318" y="3664854"/>
            <a:ext cx="697230" cy="28194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46379" marR="5080" indent="-234315">
              <a:lnSpc>
                <a:spcPct val="107300"/>
              </a:lnSpc>
              <a:spcBef>
                <a:spcPts val="55"/>
              </a:spcBef>
            </a:pPr>
            <a:r>
              <a:rPr dirty="0" sz="800">
                <a:latin typeface="Arial"/>
                <a:cs typeface="Arial"/>
              </a:rPr>
              <a:t>Contract's</a:t>
            </a:r>
            <a:r>
              <a:rPr dirty="0" sz="800" spc="75">
                <a:latin typeface="Arial"/>
                <a:cs typeface="Arial"/>
              </a:rPr>
              <a:t> </a:t>
            </a:r>
            <a:r>
              <a:rPr dirty="0" sz="800" spc="-25">
                <a:latin typeface="Arial"/>
                <a:cs typeface="Arial"/>
              </a:rPr>
              <a:t>end</a:t>
            </a:r>
            <a:r>
              <a:rPr dirty="0" sz="800" spc="-20">
                <a:latin typeface="Arial"/>
                <a:cs typeface="Arial"/>
              </a:rPr>
              <a:t> date</a:t>
            </a:r>
            <a:endParaRPr sz="800">
              <a:latin typeface="Arial"/>
              <a:cs typeface="Arial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3700113" y="3028173"/>
            <a:ext cx="648335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>
                <a:latin typeface="Arial"/>
                <a:cs typeface="Arial"/>
              </a:rPr>
              <a:t>Request</a:t>
            </a:r>
            <a:r>
              <a:rPr dirty="0" sz="800" spc="65">
                <a:latin typeface="Arial"/>
                <a:cs typeface="Arial"/>
              </a:rPr>
              <a:t> </a:t>
            </a:r>
            <a:r>
              <a:rPr dirty="0" sz="800" spc="-20">
                <a:latin typeface="Arial"/>
                <a:cs typeface="Arial"/>
              </a:rPr>
              <a:t>date</a:t>
            </a:r>
            <a:endParaRPr sz="800">
              <a:latin typeface="Arial"/>
              <a:cs typeface="Arial"/>
            </a:endParaRPr>
          </a:p>
        </p:txBody>
      </p:sp>
      <p:sp>
        <p:nvSpPr>
          <p:cNvPr id="147" name="object 147"/>
          <p:cNvSpPr/>
          <p:nvPr/>
        </p:nvSpPr>
        <p:spPr>
          <a:xfrm>
            <a:off x="5223431" y="3446430"/>
            <a:ext cx="2023745" cy="2320290"/>
          </a:xfrm>
          <a:custGeom>
            <a:avLst/>
            <a:gdLst/>
            <a:ahLst/>
            <a:cxnLst/>
            <a:rect l="l" t="t" r="r" b="b"/>
            <a:pathLst>
              <a:path w="2023745" h="2320290">
                <a:moveTo>
                  <a:pt x="0" y="0"/>
                </a:moveTo>
                <a:lnTo>
                  <a:pt x="2023423" y="0"/>
                </a:lnTo>
                <a:lnTo>
                  <a:pt x="2023423" y="1604784"/>
                </a:lnTo>
                <a:lnTo>
                  <a:pt x="758783" y="1604784"/>
                </a:lnTo>
                <a:lnTo>
                  <a:pt x="758783" y="2319959"/>
                </a:lnTo>
              </a:path>
              <a:path w="2023745" h="2320290">
                <a:moveTo>
                  <a:pt x="723897" y="2319959"/>
                </a:moveTo>
                <a:lnTo>
                  <a:pt x="723897" y="1569897"/>
                </a:lnTo>
                <a:lnTo>
                  <a:pt x="1988536" y="1569897"/>
                </a:lnTo>
                <a:lnTo>
                  <a:pt x="1988536" y="34886"/>
                </a:lnTo>
                <a:lnTo>
                  <a:pt x="0" y="34886"/>
                </a:lnTo>
              </a:path>
            </a:pathLst>
          </a:custGeom>
          <a:ln w="872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 txBox="1"/>
          <p:nvPr/>
        </p:nvSpPr>
        <p:spPr>
          <a:xfrm>
            <a:off x="5994180" y="5609782"/>
            <a:ext cx="101600" cy="1511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800" spc="-5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grpSp>
        <p:nvGrpSpPr>
          <p:cNvPr id="149" name="object 149"/>
          <p:cNvGrpSpPr/>
          <p:nvPr/>
        </p:nvGrpSpPr>
        <p:grpSpPr>
          <a:xfrm>
            <a:off x="1992059" y="3503121"/>
            <a:ext cx="1273810" cy="270510"/>
            <a:chOff x="1992059" y="3503121"/>
            <a:chExt cx="1273810" cy="270510"/>
          </a:xfrm>
        </p:grpSpPr>
        <p:sp>
          <p:nvSpPr>
            <p:cNvPr id="150" name="object 150"/>
            <p:cNvSpPr/>
            <p:nvPr/>
          </p:nvSpPr>
          <p:spPr>
            <a:xfrm>
              <a:off x="1996419" y="3507482"/>
              <a:ext cx="1264920" cy="262255"/>
            </a:xfrm>
            <a:custGeom>
              <a:avLst/>
              <a:gdLst/>
              <a:ahLst/>
              <a:cxnLst/>
              <a:rect l="l" t="t" r="r" b="b"/>
              <a:pathLst>
                <a:path w="1264920" h="262254">
                  <a:moveTo>
                    <a:pt x="0" y="261649"/>
                  </a:moveTo>
                  <a:lnTo>
                    <a:pt x="1264639" y="0"/>
                  </a:lnTo>
                </a:path>
              </a:pathLst>
            </a:custGeom>
            <a:ln w="87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1" name="object 15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46193" y="3580744"/>
              <a:ext cx="77786" cy="1164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subject>%3Cmxfile%20host%3D%22Electron%22%20agent%3D%22Mozilla%2F5.0%20\(Windows%20NT%2010.0%3B%20Win64%3B%20x64\)%20AppleWebKit%2F537.36%20\(KHTML%2C%20like%20Gecko\)%20draw.io%2F29.0.3%20Chrome%2F140.0.7339.249%20Electron%2F38.7.0%20Safari%2F537.36%22%20version%3D%2229.0.3%22%20pages%3D%222%22%3E%0A%20%20%3Cdiagram%20name%3D%22Page-1%22%20id%3D%22MAjlhsmM0A0fHqyEDQMS%22%3E%0A%20%20%20%20%3CmxGraphModel%20dx%3D%221426%22%20dy%3D%22841%22%20grid%3D%221%22%20gridSize%3D%2210%22%20guides%3D%221%22%20tooltips%3D%221%22%20connect%3D%221%22%20arrows%3D%221%22%20fold%3D%221%22%20page%3D%221%22%20pageScale%3D%221%22%20pageWidth%3D%221169%22%20pageHeight%3D%22827%22%20math%3D%220%22%20shadow%3D%220%22%3E%0A%20%20%20%20%20%20%3Croot%3E%0A%20%20%20%20%20%20%20%20%3CmxCell%20id%3D%220%22%20%2F%3E%0A%20%20%20%20%20%20%20%20%3CmxCell%20id%3D%221%22%20parent%3D%220%22%20%2F%3E%0A%20%20%20%20%20%20%20%20%3CmxCell%20id%3D%22vgwpWzRfeQ1CPUNyACvq-1%22%20value%3D%22%D0%9A%D0%BB%D0%B8%D0%B5%D0%BD%D1%82%22%20style%3D%22whiteSpace%3Dwrap%3Bhtml%3D1%3Balign%3Dcenter%3BfontSize%3D12%3Brounded%3D0%3B%22%20parent%3D%221%22%20vertex%3D%221%22%3E%0A%20%20%20%20%20%20%20%20%20%20%3CmxGeometry%20x%3D%22190%22%20y%3D%22440%22%20width%3D%22100%22%20height%3D%2240%22%20as%3D%22geometry%22%20%2F%3E%0A%20%20%20%20%20%20%20%20%3C%2FmxCell%3E%0A%20%20%20%20%20%20%20%20%3CmxCell%20id%3D%22vgwpWzRfeQ1CPUNyACvq-2%22%20value%3D%22%D0%A2%D1%80%D0%B0%D0%BD%D1%81%D0%BF%D0%BE%D1%80%D0%BD%D0%BE%D0%B5%20%D1%81%D1%80%D0%B5%D0%B4%D1%81%D1%82%D0%B2%D0%BE%22%20style%3D%22whiteSpace%3Dwrap%3Bhtml%3D1%3Balign%3Dcenter%3BfontSize%3D12%3Brounded%3D0%3B%22%20parent%3D%221%22%20vertex%3D%221%22%3E%0A%20%20%20%20%20%20%20%20%20%20%3CmxGeometry%20x%3D%22630%22%20y%3D%22624%22%20width%3D%22100%22%20height%3D%2236%22%20as%3D%22geometry%22%20%2F%3E%0A%20%20%20%20%20%20%20%20%3C%2FmxCell%3E%0A%20%20%20%20%20%20%20%20%3CmxCell%20id%3D%22vgwpWzRfeQ1CPUNyACvq-3%22%20value%3D%22%D0%90%D0%B2%D1%82%D0%BE%D0%BC%D0%B0%D1%81%D1%82%D0%B5%D1%80%D1%81%D0%BA%D0%B0%D1%8F%22%20style%3D%22whiteSpace%3Dwrap%3Bhtml%3D1%3Balign%3Dcenter%3BfontSize%3D12%3Brounded%3D0%3B%22%20parent%3D%221%22%20vertex%3D%221%22%3E%0A%20%20%20%20%20%20%20%20%20%20%3CmxGeometry%20x%3D%22630%22%20y%3D%22240%22%20width%3D%22100%22%20height%3D%2240%22%20as%3D%22geometry%22%20%2F%3E%0A%20%20%20%20%20%20%20%20%3C%2FmxCell%3E%0A%20%20%20%20%20%20%20%20%3CmxCell%20id%3D%22vgwpWzRfeQ1CPUNyACvq-4%22%20value%3D%22%26lt%3Bfont%26gt%3B%D0%9B%D0%B8%D1%87%D0%BD%D0%BE%D1%81%D1%82%D1%8C%26lt%3B%2Ffont%26gt%3B%22%20style%3D%22whiteSpace%3Dwrap%3Bhtml%3D1%3Balign%3Dcenter%3BfontSize%3D12%3Brounded%3D0%3B%22%20parent%3D%221%22%20vertex%3D%221%22%3E%0A%20%20%20%20%20%20%20%20%20%20%3CmxGeometry%20x%3D%22100%22%20y%3D%22375%22%20width%3D%22100%22%20height%3D%2240%22%20as%3D%22geometry%22%20%2F%3E%0A%20%20%20%20%20%20%20%20%3C%2FmxCell%3E%0A%20%20%20%20%20%20%20%20%3CmxCell%20id%3D%22vgwpWzRfeQ1CPUNyACvq-5%22%20value%3D%22%D0%A1%D0%BE%D1%82%D1%80%D1%83%D0%B4%D0%BD%D0%B8%D0%BA%22%20style%3D%22whiteSpace%3Dwrap%3Bhtml%3D1%3Balign%3Dcenter%3BfontSize%3D12%3Brounded%3D0%3B%22%20parent%3D%221%22%20vertex%3D%221%22%3E%0A%20%20%20%20%20%20%20%20%20%20%3CmxGeometry%20x%3D%22440%22%20y%3D%22495.68%22%20width%3D%22100%22%20height%3D%2240%22%20as%3D%22geometry%22%20%2F%3E%0A%20%20%20%20%20%20%20%20%3C%2FmxCell%3E%0A%20%20%20%20%20%20%20%20%3CmxCell%20id%3D%22vgwpWzRfeQ1CPUNyACvq-6%22%20value%3D%22%D0%9C%D0%B0%D1%81%D1%82%D0%B5%D1%80%22%20style%3D%22whiteSpace%3Dwrap%3Bhtml%3D1%3Balign%3Dcenter%3BfontSize%3D12%3Brounded%3D0%3B%22%20parent%3D%221%22%20vertex%3D%221%22%3E%0A%20%20%20%20%20%20%20%20%20%20%3CmxGeometry%20x%3D%22275%22%20y%3D%22574%22%20width%3D%22100%22%20height%3D%2240%22%20as%3D%22geometry%22%20%2F%3E%0A%20%20%20%20%20%20%20%20%3C%2FmxCell%3E%0A%20%20%20%20%20%20%20%20%3CmxCell%20id%3D%22vgwpWzRfeQ1CPUNyACvq-7%22%20value%3D%22%D0%94%D0%B8%D1%80%D0%B5%D0%BA%D1%82%D0%BE%D1%80%22%20style%3D%22whiteSpace%3Dwrap%3Bhtml%3D1%3Balign%3Dcenter%3BfontSize%3D12%3Brounded%3D0%3B%22%20parent%3D%221%22%20vertex%3D%221%22%3E%0A%20%20%20%20%20%20%20%20%20%20%3CmxGeometry%20x%3D%22275%22%20y%3D%22520%22%20width%3D%22100%22%20height%3D%2240%22%20as%3D%22geometry%22%20%2F%3E%0A%20%20%20%20%20%20%20%20%3C%2FmxCell%3E%0A%20%20%20%20%20%20%20%20%3CmxCell%20id%3D%22vgwpWzRfeQ1CPUNyACvq-15%22%20value%3D%22%22%20style%3D%22endArrow%3Dnone%3Bhtml%3D1%3Brounded%3D0%3BexitX%3D0.5%3BexitY%3D1%3BexitDx%3D0%3BexitDy%3D0%3BentryX%3D0.5%3BentryY%3D0%3BentryDx%3D0%3BentryDy%3D0%3BfontSize%3D12%3B%22%20parent%3D%221%22%20source%3D%22Q7DM5xbQnd2Qr1pP2FxP-47%22%20target%3D%22vgwpWzRfeQ1CPUNyACvq-1%22%20edge%3D%221%22%3E%0A%20%20%20%20%20%20%20%20%20%20%3CmxGeometry%20relative%3D%221%22%20as%3D%22geometry%22%3E%0A%20%20%20%20%20%20%20%20%20%20%20%20%3CmxPoint%20x%3D%22480%22%20y%3D%22730%22%20as%3D%22sourcePoint%22%20%2F%3E%0A%20%20%20%20%20%20%20%20%20%20%20%20%3CmxPoint%20x%3D%22640%22%20y%3D%22730%22%20as%3D%22targetPoint%22%20%2F%3E%0A%20%20%20%20%20%20%20%20%20%20%3C%2FmxGeometry%3E%0A%20%20%20%20%20%20%20%20%3C%2FmxCell%3E%0A%20%20%20%20%20%20%20%20%3CmxCell%20id%3D%22vgwpWzRfeQ1CPUNyACvq-16%22%20value%3D%22%22%20style%3D%22endArrow%3Dnone%3Bhtml%3D1%3Brounded%3D0%3BexitX%3D0.5%3BexitY%3D1%3BexitDx%3D0%3BexitDy%3D0%3BentryX%3D0.5%3BentryY%3D0%3BentryDx%3D0%3BentryDy%3D0%3BfontSize%3D12%3B%22%20parent%3D%221%22%20source%3D%22Q7DM5xbQnd2Qr1pP2FxP-47%22%20target%3D%22vgwpWzRfeQ1CPUNyACvq-5%22%20edge%3D%221%22%3E%0A%20%20%20%20%20%20%20%20%20%20%3CmxGeometry%20relative%3D%221%22%20as%3D%22geometry%22%3E%0A%20%20%20%20%20%20%20%20%20%20%20%20%3CmxPoint%20x%3D%22550%22%20y%3D%22450%22%20as%3D%22sourcePoint%22%20%2F%3E%0A%20%20%20%20%20%20%20%20%20%20%20%20%3CmxPoint%20x%3D%22710%22%20y%3D%22450%22%20as%3D%22targetPoint%22%20%2F%3E%0A%20%20%20%20%20%20%20%20%20%20%3C%2FmxGeometry%3E%0A%20%20%20%20%20%20%20%20%3C%2FmxCell%3E%0A%20%20%20%20%20%20%20%20%3CmxCell%20id%3D%22vgwpWzRfeQ1CPUNyACvq-19%22%20value%3D%22%26lt%3Bfont%20style%3D%26quot%3B%26quot%3B%26gt%3B%26lt%3Bb%26gt%3B%E2%84%96%20%D1%81%D0%BD%D0%B8%D0%BB%D1%81%D0%B0%26lt%3B%2Fb%26gt%3B%26lt%3B%2Ffont%26gt%3B%22%20style%3D%22ellipse%3BwhiteSpace%3Dwrap%3Bhtml%3D1%3Balign%3Dcenter%3BfontStyle%3D4%3BfontSize%3D12%3Brounded%3D0%3B%22%20parent%3D%221%22%20vertex%3D%221%22%3E%0A%20%20%20%20%20%20%20%20%20%20%3CmxGeometry%20x%3D%2290%22%20y%3D%22505%22%20width%3D%22100%22%20height%3D%2240%22%20as%3D%22geometry%22%20%2F%3E%0A%20%20%20%20%20%20%20%20%3C%2FmxCell%3E%0A%20%20%20%20%20%20%20%20%3CmxCell%20id%3D%22vgwpWzRfeQ1CPUNyACvq-20%22%20value%3D%22%22%20style%3D%22endArrow%3Dnone%3Bhtml%3D1%3Brounded%3D0%3BexitX%3D0.5%3BexitY%3D0%3BexitDx%3D0%3BexitDy%3D0%3BentryX%3D0.5%3BentryY%3D1%3BentryDx%3D0%3BentryDy%3D0%3BfontSize%3D12%3B%22%20parent%3D%221%22%20source%3D%22vgwpWzRfeQ1CPUNyACvq-19%22%20target%3D%22vgwpWzRfeQ1CPUNyACvq-4%22%20edge%3D%221%22%3E%0A%20%20%20%20%20%20%20%20%20%20%3CmxGeometry%20relative%3D%221%22%20as%3D%22geometry%22%3E%0A%20%20%20%20%20%20%20%20%20%20%20%20%3CmxPoint%20x%3D%22410%22%20y%3D%22230%22%20as%3D%22sourcePoint%22%20%2F%3E%0A%20%20%20%20%20%20%20%20%20%20%20%20%3CmxPoint%20x%3D%22570%22%20y%3D%22230%22%20as%3D%22targetPoint%22%20%2F%3E%0A%20%20%20%20%20%20%20%20%20%20%3C%2FmxGeometry%3E%0A%20%20%20%20%20%20%20%20%3C%2FmxCell%3E%0A%20%20%20%20%20%20%20%20%3CmxCell%20id%3D%22vgwpWzRfeQ1CPUNyACvq-21%22%20value%3D%22%26lt%3Bb%26gt%3B%26lt%3Bfont%26gt%3B%D0%9D%D0%B0%D0%B7%D0%B2%D0%B0%D0%BD%D0%B8%D0%B5%26lt%3B%2Ffont%26gt%3B%26lt%3B%2Fb%26gt%3B%22%20style%3D%22ellipse%3BwhiteSpace%3Dwrap%3Bhtml%3D1%3Balign%3Dcenter%3BfontStyle%3D4%3BfontSize%3D12%3Brounded%3D0%3B%22%20parent%3D%221%22%20vertex%3D%221%22%3E%0A%20%20%20%20%20%20%20%20%20%20%3CmxGeometry%20x%3D%22630%22%20y%3D%22310%22%20width%3D%22100%22%20height%3D%2240%22%20as%3D%22geometry%22%20%2F%3E%0A%20%20%20%20%20%20%20%20%3C%2FmxCell%3E%0A%20%20%20%20%20%20%20%20%3CmxCell%20id%3D%22vgwpWzRfeQ1CPUNyACvq-22%22%20value%3D%22%22%20style%3D%22endArrow%3Dnone%3Bhtml%3D1%3Brounded%3D0%3BentryX%3D0.5%3BentryY%3D0%3BentryDx%3D0%3BentryDy%3D0%3BfontSize%3D12%3BexitX%3D0.5%3BexitY%3D1%3BexitDx%3D0%3BexitDy%3D0%3B%22%20parent%3D%221%22%20source%3D%22vgwpWzRfeQ1CPUNyACvq-3%22%20target%3D%22vgwpWzRfeQ1CPUNyACvq-21%22%20edge%3D%221%22%3E%0A%20%20%20%20%20%20%20%20%20%20%3CmxGeometry%20relative%3D%221%22%20as%3D%22geometry%22%3E%0A%20%20%20%20%20%20%20%20%20%20%20%20%3CmxPoint%20x%3D%22690%22%20y%3D%22300%22%20as%3D%22sourcePoint%22%20%2F%3E%0A%20%20%20%20%20%20%20%20%20%20%20%20%3CmxPoint%20x%3D%22840%22%20y%3D%22220%22%20as%3D%22targetPoint%22%20%2F%3E%0A%20%20%20%20%20%20%20%20%20%20%3C%2FmxGeometry%3E%0A%20%20%20%20%20%20%20%20%3C%2FmxCell%3E%0A%20%20%20%20%20%20%20%20%3CmxCell%20id%3D%22vgwpWzRfeQ1CPUNyACvq-23%22%20value%3D%22%26lt%3Bb%26gt%3B%26lt%3Bfont%26gt%3BVIN%26lt%3B%2Ffont%26gt%3B%26lt%3B%2Fb%26gt%3B%22%20style%3D%22ellipse%3BwhiteSpace%3Dwrap%3Bhtml%3D1%3Balign%3Dcenter%3BfontStyle%3D4%3BfontSize%3D12%3Brounded%3D0%3B%22%20parent%3D%221%22%20vertex%3D%221%22%3E%0A%20%20%20%20%20%20%20%20%20%20%3CmxGeometry%20x%3D%22660%22%20y%3D%22574.0000000000001%22%20width%3D%22100%22%20height%3D%2240%22%20as%3D%22geometry%22%20%2F%3E%0A%20%20%20%20%20%20%20%20%3C%2FmxCell%3E%0A%20%20%20%20%20%20%20%20%3CmxCell%20id%3D%22vgwpWzRfeQ1CPUNyACvq-24%22%20value%3D%22%22%20style%3D%22endArrow%3Dnone%3Bhtml%3D1%3Brounded%3D0%3BexitX%3D0.5%3BexitY%3D1%3BexitDx%3D0%3BexitDy%3D0%3BentryX%3D0.75%3BentryY%3D0%3BentryDx%3D0%3BentryDy%3D0%3BfontSize%3D12%3B%22%20parent%3D%221%22%20source%3D%22vgwpWzRfeQ1CPUNyACvq-23%22%20target%3D%22vgwpWzRfeQ1CPUNyACvq-2%22%20edge%3D%221%22%3E%0A%20%20%20%20%20%20%20%20%20%20%3CmxGeometry%20relative%3D%221%22%20as%3D%22geometry%22%3E%0A%20%20%20%20%20%20%20%20%20%20%20%20%3CmxPoint%20x%3D%221080%22%20y%3D%22544%22%20as%3D%22sourcePoint%22%20%2F%3E%0A%20%20%20%20%20%20%20%20%20%20%20%20%3CmxPoint%20x%3D%221240%22%20y%3D%22544%22%20as%3D%22targetPoint%22%20%2F%3E%0A%20%20%20%20%20%20%20%20%20%20%3C%2FmxGeometry%3E%0A%20%20%20%20%20%20%20%20%3C%2FmxCell%3E%0A%20%20%20%20%20%20%20%20%3CmxCell%20id%3D%22vgwpWzRfeQ1CPUNyACvq-25%22%20value%3D%22%D0%A0%D0%B0%D0%B1%D0%BE%D1%82%D0%B0%D0%B5%D1%82%22%20style%3D%22shape%3Drhombus%3Bperimeter%3DrhombusPerimeter%3BwhiteSpace%3Dwrap%3Bhtml%3D1%3Balign%3Dcenter%3BfontSize%3D12%3Brounded%3D0%3B%22%20parent%3D%221%22%20vertex%3D%221%22%3E%0A%20%20%20%20%20%20%20%20%20%20%3CmxGeometry%20x%3D%22690%22%20y%3D%22425%22%20width%3D%22100%22%20height%3D%2260%22%20as%3D%22geometry%22%20%2F%3E%0A%20%20%20%20%20%20%20%20%3C%2FmxCell%3E%0A%20%20%20%20%20%20%20%20%3CmxCell%20id%3D%22vgwpWzRfeQ1CPUNyACvq-32%22%20value%3D%22%22%20style%3D%22shape%3Dlink%3Bhtml%3D1%3Brounded%3D0%3BexitX%3D0.5%3BexitY%3D1%3BexitDx%3D0%3BexitDy%3D0%3BentryX%3D1%3BentryY%3D0.5%3BentryDx%3D0%3BentryDy%3D0%3BedgeStyle%3DorthogonalEdgeStyle%3BfontSize%3D12%3B%22%20parent%3D%221%22%20source%3D%22vgwpWzRfeQ1CPUNyACvq-25%22%20target%3D%22vgwpWzRfeQ1CPUNyACvq-5%22%20edge%3D%221%22%3E%0A%20%20%20%20%20%20%20%20%20%20%3CmxGeometry%20relative%3D%221%22%20as%3D%22geometry%22%3E%0A%20%20%20%20%20%20%20%20%20%20%20%20%3CmxPoint%20x%3D%22600%22%20y%3D%22450%22%20as%3D%22sourcePoint%22%20%2F%3E%0A%20%20%20%20%20%20%20%20%20%20%20%20%3CmxPoint%20x%3D%22760%22%20y%3D%22450%22%20as%3D%22targetPoint%22%20%2F%3E%0A%20%20%20%20%20%20%20%20%20%20%3C%2FmxGeometry%3E%0A%20%20%20%20%20%20%20%20%3C%2FmxCell%3E%0A%20%20%20%20%20%20%20%20%3CmxCell%20id%3D%22vgwpWzRfeQ1CPUNyACvq-33%22%20value%3D%22N%22%20style%3D%22resizable%3D0%3Bhtml%3D1%3BwhiteSpace%3Dwrap%3Balign%3Dright%3BverticalAlign%3Dbottom%3BfontSize%3D12%3Brounded%3D0%3B%22%20parent%3D%22vgwpWzRfeQ1CPUNyACvq-32%22%20connectable%3D%220%22%20vertex%3D%221%22%3E%0A%20%20%20%20%20%20%20%20%20%20%3CmxGeometry%20x%3D%221%22%20relative%3D%221%22%20as%3D%22geometry%22%3E%0A%20%20%20%20%20%20%20%20%20%20%20%20%3CmxPoint%20x%3D%2210%22%20as%3D%22offset%22%20%2F%3E%0A%20%20%20%20%20%20%20%20%20%20%3C%2FmxGeometry%3E%0A%20%20%20%20%20%20%20%20%3C%2FmxCell%3E%0A%20%20%20%20%20%20%20%20%3CmxCell%20id%3D%22vgwpWzRfeQ1CPUNyACvq-34%22%20value%3D%22%D0%9E%D0%B1%D1%80%D0%B0%D1%89%D0%B0%D0%B5%D1%82%D1%81%D1%8F%22%20style%3D%22shape%3Drhombus%3Bperimeter%3DrhombusPerimeter%3BwhiteSpace%3Dwrap%3Bhtml%3D1%3Balign%3Dcenter%3BfontSize%3D12%3Brounded%3D0%3B%22%20parent%3D%221%22%20vertex%3D%221%22%3E%0A%20%20%20%20%20%20%20%20%20%20%3CmxGeometry%20x%3D%22450%22%20y%3D%22330%22%20width%3D%22120%22%20height%3D%2260%22%20as%3D%22geometry%22%20%2F%3E%0A%20%20%20%20%20%20%20%20%3C%2FmxCell%3E%0A%20%20%20%20%20%20%20%20%3CmxCell%20id%3D%22vgwpWzRfeQ1CPUNyACvq-37%22%20value%3D%22%22%20style%3D%22shape%3Dlink%3Bhtml%3D1%3Brounded%3D0%3BexitX%3D0.5%3BexitY%3D0%3BexitDx%3D0%3BexitDy%3D0%3BentryX%3D0%3BentryY%3D0.5%3BentryDx%3D0%3BentryDy%3D0%3BedgeStyle%3DorthogonalEdgeStyle%3BfontSize%3D12%3B%22%20parent%3D%221%22%20source%3D%22vgwpWzRfeQ1CPUNyACvq-34%22%20target%3D%22vgwpWzRfeQ1CPUNyACvq-3%22%20edge%3D%221%22%3E%0A%20%20%20%20%20%20%20%20%20%20%3CmxGeometry%20relative%3D%221%22%20as%3D%22geometry%22%3E%0A%20%20%20%20%20%20%20%20%20%20%20%20%3CmxPoint%20x%3D%22300%22%20y%3D%22730%22%20as%3D%22sourcePoint%22%20%2F%3E%0A%20%20%20%20%20%20%20%20%20%20%20%20%3CmxPoint%20x%3D%22460%22%20y%3D%22730%22%20as%3D%22targetPoint%22%20%2F%3E%0A%20%20%20%20%20%20%20%20%20%20%3C%2FmxGeometry%3E%0A%20%20%20%20%20%20%20%20%3C%2FmxCell%3E%0A%20%20%20%20%20%20%20%20%3CmxCell%20id%3D%22vgwpWzRfeQ1CPUNyACvq-38%22%20value%3D%22N%22%20style%3D%22resizable%3D0%3Bhtml%3D1%3BwhiteSpace%3Dwrap%3Balign%3Dright%3BverticalAlign%3Dbottom%3BfontSize%3D12%3Brounded%3D0%3B%22%20parent%3D%22vgwpWzRfeQ1CPUNyACvq-37%22%20connectable%3D%220%22%20vertex%3D%221%22%3E%0A%20%20%20%20%20%20%20%20%20%20%3CmxGeometry%20x%3D%221%22%20relative%3D%221%22%20as%3D%22geometry%22%3E%0A%20%20%20%20%20%20%20%20%20%20%20%20%3CmxPoint%20y%3D%2220%22%20as%3D%22offset%22%20%2F%3E%0A%20%20%20%20%20%20%20%20%20%20%3C%2FmxGeometry%3E%0A%20%20%20%20%20%20%20%20%3C%2FmxCell%3E%0A%20%20%20%20%20%20%20%20%3CmxCell%20id%3D%22vgwpWzRfeQ1CPUNyACvq-39%22%20value%3D%22%D0%92%D0%BB%D0%B0%D0%B4%D0%B5%D0%B5%D1%82%22%20style%3D%22shape%3Drhombus%3Bperimeter%3DrhombusPerimeter%3BwhiteSpace%3Dwrap%3Bhtml%3D1%3Balign%3Dcenter%3BfontSize%3D12%3Brounded%3D0%3B%22%20parent%3D%221%22%20vertex%3D%221%22%3E%0A%20%20%20%20%20%20%20%20%20%20%3CmxGeometry%20x%3D%22280%22%20y%3D%22700%22%20width%3D%22120%22%20height%3D%2260%22%20as%3D%22geometry%22%20%2F%3E%0A%20%20%20%20%20%20%20%20%3C%2FmxCell%3E%0A%20%20%20%20%20%20%20%20%3CmxCell%20id%3D%22vgwpWzRfeQ1CPUNyACvq-46%22%20value%3D%22%22%20style%3D%22shape%3Dlink%3Bhtml%3D1%3Brounded%3D0%3BexitX%3D1%3BexitY%3D0.5%3BexitDx%3D0%3BexitDy%3D0%3BedgeStyle%3DorthogonalEdgeStyle%3BfontSize%3D12%3BentryX%3D0.25%3BentryY%3D1%3BentryDx%3D0%3BentryDy%3D0%3B%22%20parent%3D%221%22%20source%3D%22vgwpWzRfeQ1CPUNyACvq-39%22%20target%3D%22vgwpWzRfeQ1CPUNyACvq-2%22%20edge%3D%221%22%3E%0A%20%20%20%20%20%20%20%20%20%20%3CmxGeometry%20relative%3D%221%22%20as%3D%22geometry%22%3E%0A%20%20%20%20%20%20%20%20%20%20%20%20%3CmxPoint%20x%3D%22820%22%20y%3D%22600%22%20as%3D%22sourcePoint%22%20%2F%3E%0A%20%20%20%20%20%20%20%20%20%20%20%20%3CmxPoint%20x%3D%22990%22%20y%3D%22480%22%20as%3D%22targetPoint%22%20%2F%3E%0A%20%20%20%20%20%20%20%20%20%20%20%20%3CArray%20as%3D%22points%22%3E%0A%20%20%20%20%20%20%20%20%20%20%20%20%20%20%3CmxPoint%20x%3D%22655%22%20y%3D%22730%22%20%2F%3E%0A%20%20%20%20%20%20%20%20%20%20%20%20%3C%2FArray%3E%0A%20%20%20%20%20%20%20%20%20%20%3C%2FmxGeometry%3E%0A%20%20%20%20%20%20%20%20%3C%2FmxCell%3E%0A%20%20%20%20%20%20%20%20%3CmxCell%20id%3D%22vgwpWzRfeQ1CPUNyACvq-47%22%20value%3D%22N%22%20style%3D%22resizable%3D0%3Bhtml%3D1%3BwhiteSpace%3Dwrap%3Balign%3Dright%3BverticalAlign%3Dbottom%3BfontSize%3D12%3Brounded%3D0%3B%22%20parent%3D%22vgwpWzRfeQ1CPUNyACvq-46%22%20connectable%3D%220%22%20vertex%3D%221%22%3E%0A%20%20%20%20%20%20%20%20%20%20%3CmxGeometry%20x%3D%221%22%20relative%3D%221%22%20as%3D%22geometry%22%3E%0A%20%20%20%20%20%20%20%20%20%20%20%20%3CmxPoint%20x%3D%2220%22%20y%3D%2220%22%20as%3D%22offset%22%20%2F%3E%0A%20%20%20%20%20%20%20%20%20%20%3C%2FmxGeometry%3E%0A%20%20%20%20%20%20%20%20%3C%2FmxCell%3E%0A%20%20%20%20%20%20%20%20%3CmxCell%20id%3D%22vgwpWzRfeQ1CPUNyACvq-49%22%20value%3D%22%D0%97%D0%B0%D0%BD%D0%B8%D0%BC%D0%B0%D0%B5%D1%82%D1%81%D1%8F%22%20style%3D%22shape%3Drhombus%3Bperimeter%3DrhombusPerimeter%3BwhiteSpace%3Dwrap%3Bhtml%3D1%3Balign%3Dcenter%3Brounded%3D0%3BfontSize%3D12%3B%22%20parent%3D%221%22%20vertex%3D%221%22%3E%0A%20%20%20%20%20%20%20%20%20%20%3CmxGeometry%20x%3D%22460%22%20y%3D%22612%22%20width%3D%22120%22%20height%3D%2260%22%20as%3D%22geometry%22%20%2F%3E%0A%20%20%20%20%20%20%20%20%3C%2FmxCell%3E%0A%20%20%20%20%20%20%20%20%3CmxCell%20id%3D%22vgwpWzRfeQ1CPUNyACvq-52%22%20value%3D%22%22%20style%3D%22shape%3Dlink%3Bhtml%3D1%3Brounded%3D0%3BexitX%3D1%3BexitY%3D0.5%3BexitDx%3D0%3BexitDy%3D0%3BfontSize%3D12%3BentryX%3D0%3BentryY%3D0.5%3BentryDx%3D0%3BentryDy%3D0%3B%22%20parent%3D%221%22%20source%3D%22vgwpWzRfeQ1CPUNyACvq-49%22%20target%3D%22vgwpWzRfeQ1CPUNyACvq-2%22%20edge%3D%221%22%3E%0A%20%20%20%20%20%20%20%20%20%20%3CmxGeometry%20relative%3D%221%22%20as%3D%22geometry%22%3E%0A%20%20%20%20%20%20%20%20%20%20%20%20%3CmxPoint%20x%3D%221000%22%20y%3D%22780%22%20as%3D%22sourcePoint%22%20%2F%3E%0A%20%20%20%20%20%20%20%20%20%20%20%20%3CmxPoint%20x%3D%22730%22%20y%3D%22710%22%20as%3D%22targetPoint%22%20%2F%3E%0A%20%20%20%20%20%20%20%20%20%20%3C%2FmxGeometry%3E%0A%20%20%20%20%20%20%20%20%3C%2FmxCell%3E%0A%20%20%20%20%20%20%20%20%3CmxCell%20id%3D%22vgwpWzRfeQ1CPUNyACvq-53%22%20value%3D%22N%22%20style%3D%22resizable%3D0%3Bhtml%3D1%3BwhiteSpace%3Dwrap%3Balign%3Dright%3BverticalAlign%3Dbottom%3Brounded%3D0%3BfontSize%3D12%3B%22%20parent%3D%22vgwpWzRfeQ1CPUNyACvq-52%22%20connectable%3D%220%22%20vertex%3D%221%22%3E%0A%20%20%20%20%20%20%20%20%20%20%3CmxGeometry%20x%3D%221%22%20relative%3D%221%22%20as%3D%22geometry%22%3E%0A%20%20%20%20%20%20%20%20%20%20%20%20%3CmxPoint%20x%3D%22-5%22%20as%3D%22offset%22%20%2F%3E%0A%20%20%20%20%20%20%20%20%20%20%3C%2FmxGeometry%3E%0A%20%20%20%20%20%20%20%20%3C%2FmxCell%3E%0A%20%20%20%20%20%20%20%20%3CmxCell%20id%3D%22vgwpWzRfeQ1CPUNyACvq-54%22%20value%3D%22%22%20style%3D%22shape%3Dlink%3Bhtml%3D1%3Brounded%3D0%3BexitX%3D0.5%3BexitY%3D0%3BexitDx%3D0%3BexitDy%3D0%3BentryX%3D1%3BentryY%3D0.5%3BentryDx%3D0%3BentryDy%3D0%3BedgeStyle%3DorthogonalEdgeStyle%3BfontSize%3D12%3B%22%20parent%3D%221%22%20source%3D%22vgwpWzRfeQ1CPUNyACvq-25%22%20target%3D%22vgwpWzRfeQ1CPUNyACvq-3%22%20edge%3D%221%22%3E%0A%20%20%20%20%20%20%20%20%20%20%3CmxGeometry%20relative%3D%221%22%20as%3D%22geometry%22%3E%0A%20%20%20%20%20%20%20%20%20%20%20%20%3CmxPoint%20x%3D%22620%22%20y%3D%22330%22%20as%3D%22sourcePoint%22%20%2F%3E%0A%20%20%20%20%20%20%20%20%20%20%20%20%3CmxPoint%20x%3D%22780%22%20y%3D%22330%22%20as%3D%22targetPoint%22%20%2F%3E%0A%20%20%20%20%20%20%20%20%20%20%3C%2FmxGeometry%3E%0A%20%20%20%20%20%20%20%20%3C%2FmxCell%3E%0A%20%20%20%20%20%20%20%20%3CmxCell%20id%3D%22vgwpWzRfeQ1CPUNyACvq-55%22%20value%3D%221%22%20style%3D%22resizable%3D0%3Bhtml%3D1%3BwhiteSpace%3Dwrap%3Balign%3Dright%3BverticalAlign%3Dbottom%3Brounded%3D0%3BfontSize%3D12%3B%22%20parent%3D%22vgwpWzRfeQ1CPUNyACvq-54%22%20connectable%3D%220%22%20vertex%3D%221%22%3E%0A%20%20%20%20%20%20%20%20%20%20%3CmxGeometry%20x%3D%221%22%20relative%3D%221%22%20as%3D%22geometry%22%3E%0A%20%20%20%20%20%20%20%20%20%20%20%20%3CmxPoint%20x%3D%2210%22%20as%3D%22offset%22%20%2F%3E%0A%20%20%20%20%20%20%20%20%20%20%3C%2FmxGeometry%3E%0A%20%20%20%20%20%20%20%20%3C%2FmxCell%3E%0A%20%20%20%20%20%20%20%20%3CmxCell%20id%3D%22vgwpWzRfeQ1CPUNyACvq-57%22%20value%3D%22%22%20style%3D%22shape%3Dlink%3Bhtml%3D1%3Brounded%3D0%3BentryX%3D1%3BentryY%3D0.5%3BentryDx%3D0%3BentryDy%3D0%3BexitX%3D0.5%3BexitY%3D1%3BexitDx%3D0%3BexitDy%3D0%3BedgeStyle%3DorthogonalEdgeStyle%3BfontSize%3D12%3B%22%20parent%3D%221%22%20source%3D%22vgwpWzRfeQ1CPUNyACvq-34%22%20target%3D%22vgwpWzRfeQ1CPUNyACvq-1%22%20edge%3D%221%22%3E%0A%20%20%20%20%20%20%20%20%20%20%3CmxGeometry%20relative%3D%221%22%20as%3D%22geometry%22%3E%0A%20%20%20%20%20%20%20%20%20%20%20%20%3CmxPoint%20x%3D%22330%22%20y%3D%22450%22%20as%3D%22sourcePoint%22%20%2F%3E%0A%20%20%20%20%20%20%20%20%20%20%20%20%3CmxPoint%20x%3D%22470%22%20y%3D%22410%22%20as%3D%22targetPoint%22%20%2F%3E%0A%20%20%20%20%20%20%20%20%20%20%20%20%3CArray%20as%3D%22points%22%3E%0A%20%20%20%20%20%20%20%20%20%20%20%20%20%20%3CmxPoint%20x%3D%22510%22%20y%3D%22460%22%20%2F%3E%0A%20%20%20%20%20%20%20%20%20%20%20%20%3C%2FArray%3E%0A%20%20%20%20%20%20%20%20%20%20%3C%2FmxGeometry%3E%0A%20%20%20%20%20%20%20%20%3C%2FmxCell%3E%0A%20%20%20%20%20%20%20%20%3CmxCell%20id%3D%22vgwpWzRfeQ1CPUNyACvq-58%22%20value%3D%22N%22%20style%3D%22resizable%3D0%3Bhtml%3D1%3BwhiteSpace%3Dwrap%3Balign%3Dright%3BverticalAlign%3Dbottom%3Brounded%3D0%3BfontSize%3D12%3B%22%20parent%3D%22vgwpWzRfeQ1CPUNyACvq-57%22%20connectable%3D%220%22%20vertex%3D%221%22%3E%0A%20%20%20%20%20%20%20%20%20%20%3CmxGeometry%20x%3D%221%22%20relative%3D%221%22%20as%3D%22geometry%22%3E%0A%20%20%20%20%20%20%20%20%20%20%20%20%3CmxPoint%20x%3D%2220%22%20as%3D%22offset%22%20%2F%3E%0A%20%20%20%20%20%20%20%20%20%20%3C%2FmxGeometry%3E%0A%20%20%20%20%20%20%20%20%3C%2FmxCell%3E%0A%20%20%20%20%20%20%20%20%3CmxCell%20id%3D%22vgwpWzRfeQ1CPUNyACvq-60%22%20value%3D%22%D0%A3%D1%81%D0%BB%D1%83%D0%B3%D0%B0%22%20style%3D%22shape%3Dext%3Bmargin%3D3%3Bdouble%3D1%3BwhiteSpace%3Dwrap%3Bhtml%3D1%3Balign%3Dcenter%3BfontSize%3D12%3B%22%20parent%3D%221%22%20vertex%3D%221%22%3E%0A%20%20%20%20%20%20%20%20%20%20%3CmxGeometry%20x%3D%22835%22%20y%3D%22144%22%20width%3D%22100%22%20height%3D%2240%22%20as%3D%22geometry%22%20%2F%3E%0A%20%20%20%20%20%20%20%20%3C%2FmxCell%3E%0A%20%20%20%20%20%20%20%20%3CmxCell%20id%3D%22vgwpWzRfeQ1CPUNyACvq-61%22%20value%3D%22%22%20style%3D%22shape%3Dlink%3Bhtml%3D1%3Brounded%3D0%3BentryX%3D0.25%3BentryY%3D1%3BentryDx%3D0%3BentryDy%3D0%3BexitX%3D0%3BexitY%3D0.5%3BexitDx%3D0%3BexitDy%3D0%3BedgeStyle%3DorthogonalEdgeStyle%3BfontSize%3D12%3B%22%20parent%3D%221%22%20source%3D%22vgwpWzRfeQ1CPUNyACvq-39%22%20target%3D%22vgwpWzRfeQ1CPUNyACvq-1%22%20edge%3D%221%22%3E%0A%20%20%20%20%20%20%20%20%20%20%3CmxGeometry%20relative%3D%221%22%20as%3D%22geometry%22%3E%0A%20%20%20%20%20%20%20%20%20%20%20%20%3CmxPoint%20x%3D%22540%22%20y%3D%22820%22%20as%3D%22sourcePoint%22%20%2F%3E%0A%20%20%20%20%20%20%20%20%20%20%20%20%3CmxPoint%20x%3D%22700%22%20y%3D%22820%22%20as%3D%22targetPoint%22%20%2F%3E%0A%20%20%20%20%20%20%20%20%20%20%3C%2FmxGeometry%3E%0A%20%20%20%20%20%20%20%20%3C%2FmxCell%3E%0A%20%20%20%20%20%20%20%20%3CmxCell%20id%3D%22vgwpWzRfeQ1CPUNyACvq-62%22%20value%3D%221%22%20style%3D%22resizable%3D0%3Bhtml%3D1%3BwhiteSpace%3Dwrap%3Balign%3Dright%3BverticalAlign%3Dbottom%3BfontSize%3D12%3B%22%20parent%3D%22vgwpWzRfeQ1CPUNyACvq-61%22%20connectable%3D%220%22%20vertex%3D%221%22%3E%0A%20%20%20%20%20%20%20%20%20%20%3CmxGeometry%20x%3D%221%22%20relative%3D%221%22%20as%3D%22geometry%22%3E%0A%20%20%20%20%20%20%20%20%20%20%20%20%3CmxPoint%20x%3D%2215%22%20y%3D%2220%22%20as%3D%22offset%22%20%2F%3E%0A%20%20%20%20%20%20%20%20%20%20%3C%2FmxGeometry%3E%0A%20%20%20%20%20%20%20%20%3C%2FmxCell%3E%0A%20%20%20%20%20%20%20%20%3CmxCell%20id%3D%22vgwpWzRfeQ1CPUNyACvq-63%22%20value%3D%22%22%20style%3D%22endArrow%3Dnone%3Bhtml%3D1%3Brounded%3D0%3BentryX%3D0.75%3BentryY%3D1%3BentryDx%3D0%3BentryDy%3D0%3BexitX%3D0%3BexitY%3D0.5%3BexitDx%3D0%3BexitDy%3D0%3BedgeStyle%3DorthogonalEdgeStyle%3BfontSize%3D12%3B%22%20parent%3D%221%22%20source%3D%22vgwpWzRfeQ1CPUNyACvq-49%22%20target%3D%22vgwpWzRfeQ1CPUNyACvq-6%22%20edge%3D%221%22%3E%0A%20%20%20%20%20%20%20%20%20%20%3CmxGeometry%20relative%3D%221%22%20as%3D%22geometry%22%3E%0A%20%20%20%20%20%20%20%20%20%20%20%20%3CmxPoint%20x%3D%22570%22%20y%3D%22700%22%20as%3D%22sourcePoint%22%20%2F%3E%0A%20%20%20%20%20%20%20%20%20%20%20%20%3CmxPoint%20x%3D%22730%22%20y%3D%22700%22%20as%3D%22targetPoint%22%20%2F%3E%0A%20%20%20%20%20%20%20%20%20%20%20%20%3CArray%20as%3D%22points%22%3E%0A%20%20%20%20%20%20%20%20%20%20%20%20%20%20%3CmxPoint%20x%3D%22358%22%20y%3D%22644%22%20%2F%3E%0A%20%20%20%20%20%20%20%20%20%20%20%20%3C%2FArray%3E%0A%20%20%20%20%20%20%20%20%20%20%3C%2FmxGeometry%3E%0A%20%20%20%20%20%20%20%20%3C%2FmxCell%3E%0A%20%20%20%20%20%20%20%20%3CmxCell%20id%3D%22vgwpWzRfeQ1CPUNyACvq-64%22%20value%3D%22N%22%20style%3D%22resizable%3D0%3Bhtml%3D1%3BwhiteSpace%3Dwrap%3Balign%3Dright%3BverticalAlign%3Dbottom%3BfontSize%3D12%3B%22%20parent%3D%22vgwpWzRfeQ1CPUNyACvq-63%22%20connectable%3D%220%22%20vertex%3D%221%22%3E%0A%20%20%20%20%20%20%20%20%20%20%3CmxGeometry%20x%3D%221%22%20relative%3D%221%22%20as%3D%22geometry%22%3E%0A%20%20%20%20%20%20%20%20%20%20%20%20%3CmxPoint%20x%3D%2210%22%20y%3D%2216%22%20as%3D%22offset%22%20%2F%3E%0A%20%20%20%20%20%20%20%20%20%20%3C%2FmxGeometry%3E%0A%20%20%20%20%20%20%20%20%3C%2FmxCell%3E%0A%20%20%20%20%20%20%20%20%3CmxCell%20id%3D%22vgwpWzRfeQ1CPUNyACvq-65%22%20value%3D%22%22%20style%3D%22shape%3Dlink%3Bhtml%3D1%3Brounded%3D0%3BexitX%3D0.5%3BexitY%3D0%3BexitDx%3D0%3BexitDy%3D0%3BentryX%3D0%3BentryY%3D0.5%3BentryDx%3D0%3BentryDy%3D0%3BedgeStyle%3DorthogonalEdgeStyle%3BfontSize%3D12%3B%22%20parent%3D%221%22%20source%3D%22vgwpWzRfeQ1CPUNyACvq-49%22%20target%3D%22vgwpWzRfeQ1CPUNyACvq-60%22%20edge%3D%221%22%3E%0A%20%20%20%20%20%20%20%20%20%20%3CmxGeometry%20relative%3D%221%22%20as%3D%22geometry%22%3E%0A%20%20%20%20%20%20%20%20%20%20%20%20%3CmxPoint%20x%3D%22690%22%20y%3D%22710%22%20as%3D%22sourcePoint%22%20%2F%3E%0A%20%20%20%20%20%20%20%20%20%20%20%20%3CmxPoint%20x%3D%22850%22%20y%3D%22710%22%20as%3D%22targetPoint%22%20%2F%3E%0A%20%20%20%20%20%20%20%20%20%20%20%20%3CArray%20as%3D%22points%22%3E%0A%20%20%20%20%20%20%20%20%20%20%20%20%20%20%3CmxPoint%20x%3D%22520%22%20y%3D%22570%22%20%2F%3E%0A%20%20%20%20%20%20%20%20%20%20%20%20%20%20%3CmxPoint%20x%3D%22820%22%20y%3D%22570%22%20%2F%3E%0A%20%20%20%20%20%20%20%20%20%20%20%20%20%20%3CmxPoint%20x%3D%22820%22%20y%3D%22164%22%20%2F%3E%0A%20%20%20%20%20%20%20%20%20%20%20%20%3C%2FArray%3E%0A%20%20%20%20%20%20%20%20%20%20%3C%2FmxGeometry%3E%0A%20%20%20%20%20%20%20%20%3C%2FmxCell%3E%0A%20%20%20%20%20%20%20%20%3CmxCell%20id%3D%22vgwpWzRfeQ1CPUNyACvq-66%22%20value%3D%22N%22%20style%3D%22resizable%3D0%3Bhtml%3D1%3BwhiteSpace%3Dwrap%3Balign%3Dright%3BverticalAlign%3Dbottom%3BfontSize%3D12%3B%22%20parent%3D%22vgwpWzRfeQ1CPUNyACvq-65%22%20connectable%3D%220%22%20vertex%3D%221%22%3E%0A%20%20%20%20%20%20%20%20%20%20%3CmxGeometry%20x%3D%221%22%20relative%3D%221%22%20as%3D%22geometry%22%20%2F%3E%0A%20%20%20%20%20%20%20%20%3C%2FmxCell%3E%0A%20%20%20%20%20%20%20%20%3CmxCell%20id%3D%22vgwpWzRfeQ1CPUNyACvq-70%22%20value%3D%22%26lt%3Bspan%20style%3D%26quot%3Bborder-bottom%3A%201px%20dotted%26quot%3B%26gt%3B%26lt%3Bb%26gt%3BID%26lt%3B%2Fb%26gt%3B%26lt%3B%2Fspan%26gt%3B%22%20style%3D%22ellipse%3BwhiteSpace%3Dwrap%3Bhtml%3D1%3Balign%3Dcenter%3BfontSize%3D12%3B%22%20parent%3D%221%22%20vertex%3D%221%22%3E%0A%20%20%20%20%20%20%20%20%20%20%3CmxGeometry%20x%3D%22800%22%20y%3D%2274%22%20width%3D%22100%22%20height%3D%2240%22%20as%3D%22geometry%22%20%2F%3E%0A%20%20%20%20%20%20%20%20%3C%2FmxCell%3E%0A%20%20%20%20%20%20%20%20%3CmxCell%20id%3D%22vgwpWzRfeQ1CPUNyACvq-71%22%20value%3D%22%22%20style%3D%22endArrow%3Dnone%3Bhtml%3D1%3Brounded%3D0%3BexitX%3D0.5%3BexitY%3D0%3BexitDx%3D0%3BexitDy%3D0%3BentryX%3D0.5%3BentryY%3D1%3BentryDx%3D0%3BentryDy%3D0%3BfontSize%3D12%3B%22%20parent%3D%221%22%20source%3D%22vgwpWzRfeQ1CPUNyACvq-60%22%20target%3D%22vgwpWzRfeQ1CPUNyACvq-70%22%20edge%3D%221%22%3E%0A%20%20%20%20%20%20%20%20%20%20%3CmxGeometry%20relative%3D%221%22%20as%3D%22geometry%22%3E%0A%20%20%20%20%20%20%20%20%20%20%20%20%3CmxPoint%20x%3D%22860%22%20y%3D%22255%22%20as%3D%22sourcePoint%22%20%2F%3E%0A%20%20%20%20%20%20%20%20%20%20%20%20%3CmxPoint%20x%3D%221020%22%20y%3D%22255%22%20as%3D%22targetPoint%22%20%2F%3E%0A%20%20%20%20%20%20%20%20%20%20%3C%2FmxGeometry%3E%0A%20%20%20%20%20%20%20%20%3C%2FmxCell%3E%0A%20%20%20%20%20%20%20%20%3CmxCell%20id%3D%22Q7DM5xbQnd2Qr1pP2FxP-2%22%20value%3D%22%22%20style%3D%22endArrow%3Dnone%3Bhtml%3D1%3Brounded%3D0%3BexitX%3D0.5%3BexitY%3D1%3BexitDx%3D0%3BexitDy%3D0%3BentryX%3D0.75%3BentryY%3D0%3BentryDx%3D0%3BentryDy%3D0%3BfontSize%3D12%3B%22%20parent%3D%221%22%20source%3D%22Q7DM5xbQnd2Qr1pP2FxP-3%22%20target%3D%22vgwpWzRfeQ1CPUNyACvq-60%22%20edge%3D%221%22%3E%0A%20%20%20%20%20%20%20%20%20%20%3CmxGeometry%20relative%3D%221%22%20as%3D%22geometry%22%3E%0A%20%20%20%20%20%20%20%20%20%20%20%20%3CmxPoint%20x%3D%22910%22%20y%3D%22225%22%20as%3D%22sourcePoint%22%20%2F%3E%0A%20%20%20%20%20%20%20%20%20%20%20%20%3CmxPoint%20x%3D%22920%22%20y%3D%22275%22%20as%3D%22targetPoint%22%20%2F%3E%0A%20%20%20%20%20%20%20%20%20%20%3C%2FmxGeometry%3E%0A%20%20%20%20%20%20%20%20%3C%2FmxCell%3E%0A%20%20%20%20%20%20%20%20%3CmxCell%20id%3D%22Q7DM5xbQnd2Qr1pP2FxP-3%22%20value%3D%22%D0%9D%D0%B0%D0%B7%D0%B2%D0%B0%D0%BD%D0%B8%D0%B5%20%D1%83%D1%81%D0%BB%D1%83%D0%B3%D0%B8%22%20style%3D%22ellipse%3BwhiteSpace%3Dwrap%3Bhtml%3D1%3Balign%3Dcenter%3BfontSize%3D12%3B%22%20parent%3D%221%22%20vertex%3D%221%22%3E%0A%20%20%20%20%20%20%20%20%20%20%3CmxGeometry%20x%3D%22910%22%20y%3D%2262%22%20width%3D%22100%22%20height%3D%2240%22%20as%3D%22geometry%22%20%2F%3E%0A%20%20%20%20%20%20%20%20%3C%2FmxCell%3E%0A%20%20%20%20%20%20%20%20%3CmxCell%20id%3D%22Q7DM5xbQnd2Qr1pP2FxP-4%22%20value%3D%22%D0%94%D0%B5%D1%82%D0%B0%D0%BB%D1%8C%22%20style%3D%22whiteSpace%3Dwrap%3Bhtml%3D1%3Balign%3Dcenter%3BfontSize%3D12%3B%22%20parent%3D%221%22%20vertex%3D%221%22%3E%0A%20%20%20%20%20%20%20%20%20%20%3CmxGeometry%20x%3D%22860%22%20y%3D%22360%22%20width%3D%22100%22%20height%3D%2240%22%20as%3D%22geometry%22%20%2F%3E%0A%20%20%20%20%20%20%20%20%3C%2FmxCell%3E%0A%20%20%20%20%20%20%20%20%3CmxCell%20id%3D%22Q7DM5xbQnd2Qr1pP2FxP-6%22%20value%3D%22%22%20style%3D%22endArrow%3Dnone%3Bhtml%3D1%3Brounded%3D0%3BentryX%3D0.75%3BentryY%3D0%3BentryDx%3D0%3BentryDy%3D0%3BedgeStyle%3DorthogonalEdgeStyle%3BexitX%3D0.5%3BexitY%3D1%3BexitDx%3D0%3BexitDy%3D0%3BfontSize%3D12%3B%22%20parent%3D%221%22%20source%3D%22Q7DM5xbQnd2Qr1pP2FxP-8%22%20target%3D%22Q7DM5xbQnd2Qr1pP2FxP-4%22%20edge%3D%221%22%3E%0A%20%20%20%20%20%20%20%20%20%20%3CmxGeometry%20relative%3D%221%22%20as%3D%22geometry%22%3E%0A%20%20%20%20%20%20%20%20%20%20%20%20%3CmxPoint%20x%3D%221110%22%20y%3D%22430%22%20as%3D%22sourcePoint%22%20%2F%3E%0A%20%20%20%20%20%20%20%20%20%20%20%20%3CmxPoint%20x%3D%22530%22%20y%3D%22730%22%20as%3D%22targetPoint%22%20%2F%3E%0A%20%20%20%20%20%20%20%20%20%20%20%20%3CArray%20as%3D%22points%22%3E%0A%20%20%20%20%20%20%20%20%20%20%20%20%20%20%3CmxPoint%20x%3D%22935%22%20y%3D%22290%22%20%2F%3E%0A%20%20%20%20%20%20%20%20%20%20%20%20%20%20%3CmxPoint%20x%3D%22935%22%20y%3D%22290%22%20%2F%3E%0A%20%20%20%20%20%20%20%20%20%20%20%20%3C%2FArray%3E%0A%20%20%20%20%20%20%20%20%20%20%3C%2FmxGeometry%3E%0A%20%20%20%20%20%20%20%20%3C%2FmxCell%3E%0A%20%20%20%20%20%20%20%20%3CmxCell%20id%3D%22Q7DM5xbQnd2Qr1pP2FxP-7%22%20value%3D%22N%22%20style%3D%22resizable%3D0%3Bhtml%3D1%3BwhiteSpace%3Dwrap%3Balign%3Dright%3BverticalAlign%3Dbottom%3BfontSize%3D12%3B%22%20parent%3D%22Q7DM5xbQnd2Qr1pP2FxP-6%22%20connectable%3D%220%22%20vertex%3D%221%22%3E%0A%20%20%20%20%20%20%20%20%20%20%3CmxGeometry%20x%3D%221%22%20relative%3D%221%22%20as%3D%22geometry%22%20%2F%3E%0A%20%20%20%20%20%20%20%20%3C%2FmxCell%3E%0A%20%20%20%20%20%20%20%20%3CmxCell%20id%3D%22Q7DM5xbQnd2Qr1pP2FxP-8%22%20value%3D%22%D0%98%D1%81%D0%BF%D0%BE%D0%BB%D1%8C%D0%B7%D1%83%D0%B5%D1%82%D1%81%D1%8F%22%20style%3D%22shape%3Drhombus%3Bdouble%3D1%3Bperimeter%3DrhombusPerimeter%3BwhiteSpace%3Dwrap%3Bhtml%3D1%3Balign%3Dcenter%3BfontSize%3D12%3B%22%20parent%3D%221%22%20vertex%3D%221%22%3E%0A%20%20%20%20%20%20%20%20%20%20%3CmxGeometry%20x%3D%22880%22%20y%3D%22230%22%20width%3D%22110%22%20height%3D%2260%22%20as%3D%22geometry%22%20%2F%3E%0A%20%20%20%20%20%20%20%20%3C%2FmxCell%3E%0A%20%20%20%20%20%20%20%20%3CmxCell%20id%3D%22Q7DM5xbQnd2Qr1pP2FxP-9%22%20value%3D%22%22%20style%3D%22endArrow%3Dnone%3Bhtml%3D1%3Brounded%3D0%3BentryX%3D0.5%3BentryY%3D1%3BentryDx%3D0%3BentryDy%3D0%3BexitX%3D0.5%3BexitY%3D0%3BexitDx%3D0%3BexitDy%3D0%3BedgeStyle%3DorthogonalEdgeStyle%3BfontSize%3D12%3B%22%20parent%3D%221%22%20source%3D%22Q7DM5xbQnd2Qr1pP2FxP-8%22%20target%3D%22vgwpWzRfeQ1CPUNyACvq-60%22%20edge%3D%221%22%3E%0A%20%20%20%20%20%20%20%20%20%20%3CmxGeometry%20relative%3D%221%22%20as%3D%22geometry%22%3E%0A%20%20%20%20%20%20%20%20%20%20%20%20%3CmxPoint%20x%3D%22920%22%20y%3D%22450%22%20as%3D%22sourcePoint%22%20%2F%3E%0A%20%20%20%20%20%20%20%20%20%20%20%20%3CmxPoint%20x%3D%221080%22%20y%3D%22450%22%20as%3D%22targetPoint%22%20%2F%3E%0A%20%20%20%20%20%20%20%20%20%20%3C%2FmxGeometry%3E%0A%20%20%20%20%20%20%20%20%3C%2FmxCell%3E%0A%20%20%20%20%20%20%20%20%3CmxCell%20id%3D%22Q7DM5xbQnd2Qr1pP2FxP-10%22%20value%3D%221%22%20style%3D%22resizable%3D0%3Bhtml%3D1%3BwhiteSpace%3Dwrap%3Balign%3Dright%3BverticalAlign%3Dbottom%3BfontSize%3D12%3B%22%20parent%3D%22Q7DM5xbQnd2Qr1pP2FxP-9%22%20connectable%3D%220%22%20vertex%3D%221%22%3E%0A%20%20%20%20%20%20%20%20%20%20%3CmxGeometry%20x%3D%221%22%20relative%3D%221%22%20as%3D%22geometry%22%3E%0A%20%20%20%20%20%20%20%20%20%20%20%20%3CmxPoint%20y%3D%2220%22%20as%3D%22offset%22%20%2F%3E%0A%20%20%20%20%20%20%20%20%20%20%3C%2FmxGeometry%3E%0A%20%20%20%20%20%20%20%20%3C%2FmxCell%3E%0A%20%20%20%20%20%20%20%20%3CmxCell%20id%3D%22Q7DM5xbQnd2Qr1pP2FxP-11%22%20value%3D%22%26lt%3Bb%26gt%3BID%26lt%3B%2Fb%26gt%3B%22%20style%3D%22ellipse%3BwhiteSpace%3Dwrap%3Bhtml%3D1%3Balign%3Dcenter%3BfontStyle%3D4%3BfontSize%3D12%3B%22%20parent%3D%221%22%20vertex%3D%221%22%3E%0A%20%20%20%20%20%20%20%20%20%20%3CmxGeometry%20x%3D%22830%22%20y%3D%22290%22%20width%3D%22100%22%20height%3D%2240%22%20as%3D%22geometry%22%20%2F%3E%0A%20%20%20%20%20%20%20%20%3C%2FmxCell%3E%0A%20%20%20%20%20%20%20%20%3CmxCell%20id%3D%22Q7DM5xbQnd2Qr1pP2FxP-12%22%20value%3D%22%22%20style%3D%22endArrow%3Dnone%3Bhtml%3D1%3Brounded%3D0%3BexitX%3D0.5%3BexitY%3D0%3BexitDx%3D0%3BexitDy%3D0%3BentryX%3D0.5%3BentryY%3D1%3BentryDx%3D0%3BentryDy%3D0%3BfontSize%3D12%3B%22%20parent%3D%221%22%20source%3D%22Q7DM5xbQnd2Qr1pP2FxP-4%22%20target%3D%22Q7DM5xbQnd2Qr1pP2FxP-11%22%20edge%3D%221%22%3E%0A%20%20%20%20%20%20%20%20%20%20%3CmxGeometry%20relative%3D%221%22%20as%3D%22geometry%22%3E%0A%20%20%20%20%20%20%20%20%20%20%20%20%3CmxPoint%20x%3D%221200%22%20y%3D%22390%22%20as%3D%22sourcePoint%22%20%2F%3E%0A%20%20%20%20%20%20%20%20%20%20%20%20%3CmxPoint%20x%3D%221170%22%20y%3D%22390%22%20as%3D%22targetPoint%22%20%2F%3E%0A%20%20%20%20%20%20%20%20%20%20%3C%2FmxGeometry%3E%0A%20%20%20%20%20%20%20%20%3C%2FmxCell%3E%0A%20%20%20%20%20%20%20%20%3CmxCell%20id%3D%22Q7DM5xbQnd2Qr1pP2FxP-13%22%20value%3D%22%D0%9D%D0%B0%D0%B7%D0%B2%D0%B0%D0%BD%D0%B8%D0%B5%22%20style%3D%22ellipse%3BwhiteSpace%3Dwrap%3Bhtml%3D1%3Balign%3Dcenter%3BfontSize%3D12%3B%22%20parent%3D%221%22%20vertex%3D%221%22%3E%0A%20%20%20%20%20%20%20%20%20%20%3CmxGeometry%20x%3D%22845%22%20y%3D%22435%22%20width%3D%22100%22%20height%3D%2240%22%20as%3D%22geometry%22%20%2F%3E%0A%20%20%20%20%20%20%20%20%3C%2FmxCell%3E%0A%20%20%20%20%20%20%20%20%3CmxCell%20id%3D%22Q7DM5xbQnd2Qr1pP2FxP-14%22%20value%3D%22%22%20style%3D%22endArrow%3Dnone%3Bhtml%3D1%3Brounded%3D0%3BexitX%3D0.5%3BexitY%3D0%3BexitDx%3D0%3BexitDy%3D0%3BentryX%3D0.25%3BentryY%3D1%3BentryDx%3D0%3BentryDy%3D0%3BfontSize%3D12%3B%22%20parent%3D%221%22%20source%3D%22Q7DM5xbQnd2Qr1pP2FxP-13%22%20target%3D%22Q7DM5xbQnd2Qr1pP2FxP-4%22%20edge%3D%221%22%3E%0A%20%20%20%20%20%20%20%20%20%20%3CmxGeometry%20relative%3D%221%22%20as%3D%22geometry%22%3E%0A%20%20%20%20%20%20%20%20%20%20%20%20%3CmxPoint%20x%3D%221210%22%20y%3D%22530%22%20as%3D%22sourcePoint%22%20%2F%3E%0A%20%20%20%20%20%20%20%20%20%20%20%20%3CmxPoint%20x%3D%221210%22%20y%3D%22500%22%20as%3D%22targetPoint%22%20%2F%3E%0A%20%20%20%20%20%20%20%20%20%20%3C%2FmxGeometry%3E%0A%20%20%20%20%20%20%20%20%3C%2FmxCell%3E%0A%20%20%20%20%20%20%20%20%3CmxCell%20id%3D%22Q7DM5xbQnd2Qr1pP2FxP-15%22%20value%3D%22%D0%9C%D0%B0%D1%88%D0%B8%D0%BD%D0%BE%D1%81%D1%82%D1%80%D0%BE%D0%B8%D1%82%D0%B5%D0%BB%D1%8C%D0%BD%D0%B0%D1%8F%20%D0%BA%D0%BE%D0%BC%D0%BF%D0%B0%D0%BD%D0%B8%D1%8F%22%20style%3D%22whiteSpace%3Dwrap%3Bhtml%3D1%3Balign%3Dcenter%3BfontSize%3D12%3B%22%20parent%3D%221%22%20vertex%3D%221%22%3E%0A%20%20%20%20%20%20%20%20%20%20%3CmxGeometry%20x%3D%22830%22%20y%3D%22619%22%20width%3D%22130%22%20height%3D%2241%22%20as%3D%22geometry%22%20%2F%3E%0A%20%20%20%20%20%20%20%20%3C%2FmxCell%3E%0A%20%20%20%20%20%20%20%20%3CmxCell%20id%3D%22Q7DM5xbQnd2Qr1pP2FxP-18%22%20value%3D%22%D0%9F%D1%80%D0%BE%D0%B8%D0%B7%D0%B2%D0%BE%D0%B4%D0%B8%D1%82%22%20style%3D%22shape%3Drhombus%3Bperimeter%3DrhombusPerimeter%3BwhiteSpace%3Dwrap%3Bhtml%3D1%3Balign%3Dcenter%3BfontSize%3D12%3B%22%20parent%3D%221%22%20vertex%3D%221%22%3E%0A%20%20%20%20%20%20%20%20%20%20%3CmxGeometry%20x%3D%22830%22%20y%3D%22505%22%20width%3D%22100%22%20height%3D%2260%22%20as%3D%22geometry%22%20%2F%3E%0A%20%20%20%20%20%20%20%20%3C%2FmxCell%3E%0A%20%20%20%20%20%20%20%20%3CmxCell%20id%3D%22Q7DM5xbQnd2Qr1pP2FxP-19%22%20value%3D%22%22%20style%3D%22shape%3Dlink%3Bhtml%3D1%3Brounded%3D0%3BentryX%3D1%3BentryY%3D0.75%3BentryDx%3D0%3BentryDy%3D0%3BexitX%3D1%3BexitY%3D0.5%3BexitDx%3D0%3BexitDy%3D0%3BedgeStyle%3DorthogonalEdgeStyle%3BfontSize%3D12%3B%22%20parent%3D%221%22%20source%3D%22Q7DM5xbQnd2Qr1pP2FxP-18%22%20target%3D%22Q7DM5xbQnd2Qr1pP2FxP-4%22%20edge%3D%221%22%3E%0A%20%20%20%20%20%20%20%20%20%20%3CmxGeometry%20relative%3D%221%22%20as%3D%22geometry%22%3E%0A%20%20%20%20%20%20%20%20%20%20%20%20%3CmxPoint%20x%3D%221030%22%20y%3D%22600%22%20as%3D%22sourcePoint%22%20%2F%3E%0A%20%20%20%20%20%20%20%20%20%20%20%20%3CmxPoint%20x%3D%221190%22%20y%3D%22600%22%20as%3D%22targetPoint%22%20%2F%3E%0A%20%20%20%20%20%20%20%20%20%20%3C%2FmxGeometry%3E%0A%20%20%20%20%20%20%20%20%3C%2FmxCell%3E%0A%20%20%20%20%20%20%20%20%3CmxCell%20id%3D%22Q7DM5xbQnd2Qr1pP2FxP-20%22%20value%3D%22N%22%20style%3D%22resizable%3D0%3Bhtml%3D1%3BwhiteSpace%3Dwrap%3Balign%3Dright%3BverticalAlign%3Dbottom%3BfontSize%3D12%3B%22%20parent%3D%22Q7DM5xbQnd2Qr1pP2FxP-19%22%20connectable%3D%220%22%20vertex%3D%221%22%3E%0A%20%20%20%20%20%20%20%20%20%20%3CmxGeometry%20x%3D%221%22%20relative%3D%221%22%20as%3D%22geometry%22%3E%0A%20%20%20%20%20%20%20%20%20%20%20%20%3CmxPoint%20x%3D%2220%22%20y%3D%2220%22%20as%3D%22offset%22%20%2F%3E%0A%20%20%20%20%20%20%20%20%20%20%3C%2FmxGeometry%3E%0A%20%20%20%20%20%20%20%20%3C%2FmxCell%3E%0A%20%20%20%20%20%20%20%20%3CmxCell%20id%3D%22Q7DM5xbQnd2Qr1pP2FxP-21%22%20value%3D%22%22%20style%3D%22shape%3Dlink%3Bhtml%3D1%3Brounded%3D0%3BexitX%3D0.5%3BexitY%3D1%3BexitDx%3D0%3BexitDy%3D0%3BentryX%3D0.495%3BentryY%3D0.086%3BentryDx%3D0%3BentryDy%3D0%3BedgeStyle%3DorthogonalEdgeStyle%3BfontSize%3D12%3BentryPerimeter%3D0%3B%22%20parent%3D%221%22%20source%3D%22Q7DM5xbQnd2Qr1pP2FxP-18%22%20target%3D%22Q7DM5xbQnd2Qr1pP2FxP-15%22%20edge%3D%221%22%3E%0A%20%20%20%20%20%20%20%20%20%20%3CmxGeometry%20relative%3D%221%22%20as%3D%22geometry%22%3E%0A%20%20%20%20%20%20%20%20%20%20%20%20%3CmxPoint%20x%3D%221210%22%20y%3D%22700%22%20as%3D%22sourcePoint%22%20%2F%3E%0A%20%20%20%20%20%20%20%20%20%20%20%20%3CmxPoint%20x%3D%221370%22%20y%3D%22700%22%20as%3D%22targetPoint%22%20%2F%3E%0A%20%20%20%20%20%20%20%20%20%20%3C%2FmxGeometry%3E%0A%20%20%20%20%20%20%20%20%3C%2FmxCell%3E%0A%20%20%20%20%20%20%20%20%3CmxCell%20id%3D%22Q7DM5xbQnd2Qr1pP2FxP-22%22%20value%3D%221%22%20style%3D%22resizable%3D0%3Bhtml%3D1%3BwhiteSpace%3Dwrap%3Balign%3Dright%3BverticalAlign%3Dbottom%3BfontSize%3D12%3B%22%20parent%3D%22Q7DM5xbQnd2Qr1pP2FxP-21%22%20connectable%3D%220%22%20vertex%3D%221%22%3E%0A%20%20%20%20%20%20%20%20%20%20%3CmxGeometry%20x%3D%221%22%20relative%3D%221%22%20as%3D%22geometry%22%20%2F%3E%0A%20%20%20%20%20%20%20%20%3C%2FmxCell%3E%0A%20%20%20%20%20%20%20%20%3CmxCell%20id%3D%22Q7DM5xbQnd2Qr1pP2FxP-24%22%20value%3D%22%22%20style%3D%22shape%3Dlink%3Bhtml%3D1%3Brounded%3D0%3BedgeStyle%3DorthogonalEdgeStyle%3BexitX%3D0%3BexitY%3D0.5%3BexitDx%3D0%3BexitDy%3D0%3BfontSize%3D12%3BentryX%3D1%3BentryY%3D0.75%3BentryDx%3D0%3BentryDy%3D0%3B%22%20parent%3D%221%22%20source%3D%22Q7DM5xbQnd2Qr1pP2FxP-35%22%20target%3D%22vgwpWzRfeQ1CPUNyACvq-2%22%20edge%3D%221%22%3E%0A%20%20%20%20%20%20%20%20%20%20%3CmxGeometry%20relative%3D%221%22%20as%3D%22geometry%22%3E%0A%20%20%20%20%20%20%20%20%20%20%20%20%3CmxPoint%20x%3D%221170%22%20y%3D%22860%22%20as%3D%22sourcePoint%22%20%2F%3E%0A%20%20%20%20%20%20%20%20%20%20%20%20%3CmxPoint%20x%3D%22850%22%20y%3D%22640%22%20as%3D%22targetPoint%22%20%2F%3E%0A%20%20%20%20%20%20%20%20%20%20%20%20%3CArray%20as%3D%22points%22%3E%0A%20%20%20%20%20%20%20%20%20%20%20%20%20%20%3CmxPoint%20x%3D%22760%22%20y%3D%22750%22%20%2F%3E%0A%20%20%20%20%20%20%20%20%20%20%20%20%20%20%3CmxPoint%20x%3D%22760%22%20y%3D%22650%22%20%2F%3E%0A%20%20%20%20%20%20%20%20%20%20%20%20%20%20%3CmxPoint%20x%3D%22730%22%20y%3D%22650%22%20%2F%3E%0A%20%20%20%20%20%20%20%20%20%20%20%20%3C%2FArray%3E%0A%20%20%20%20%20%20%20%20%20%20%3C%2FmxGeometry%3E%0A%20%20%20%20%20%20%20%20%3C%2FmxCell%3E%0A%20%20%20%20%20%20%20%20%3CmxCell%20id%3D%22Q7DM5xbQnd2Qr1pP2FxP-25%22%20value%3D%22N%22%20style%3D%22resizable%3D0%3Bhtml%3D1%3BwhiteSpace%3Dwrap%3Balign%3Dright%3BverticalAlign%3Dbottom%3BfontSize%3D12%3B%22%20parent%3D%22Q7DM5xbQnd2Qr1pP2FxP-24%22%20connectable%3D%220%22%20vertex%3D%221%22%3E%0A%20%20%20%20%20%20%20%20%20%20%3CmxGeometry%20x%3D%221%22%20relative%3D%221%22%20as%3D%22geometry%22%3E%0A%20%20%20%20%20%20%20%20%20%20%20%20%3CmxPoint%20x%3D%2220%22%20y%3D%2221%22%20as%3D%22offset%22%20%2F%3E%0A%20%20%20%20%20%20%20%20%20%20%3C%2FmxGeometry%3E%0A%20%20%20%20%20%20%20%20%3C%2FmxCell%3E%0A%20%20%20%20%20%20%20%20%3CmxCell%20id%3D%22Q7DM5xbQnd2Qr1pP2FxP-26%22%20value%3D%22%D0%97%D0%B0%D0%BA%D0%B0%D0%B7%D1%8B%D0%B2%D0%B0%D0%B5%D1%82%22%20style%3D%22shape%3Drhombus%3Bperimeter%3DrhombusPerimeter%3BwhiteSpace%3Dwrap%3Bhtml%3D1%3Balign%3Dcenter%3BfontSize%3D12%3B%22%20parent%3D%221%22%20vertex%3D%221%22%3E%0A%20%20%20%20%20%20%20%20%20%20%3CmxGeometry%20x%3D%22960%22%20y%3D%228%22%20width%3D%22120%22%20height%3D%2260%22%20as%3D%22geometry%22%20%2F%3E%0A%20%20%20%20%20%20%20%20%3C%2FmxCell%3E%0A%20%20%20%20%20%20%20%20%3CmxCell%20id%3D%22Q7DM5xbQnd2Qr1pP2FxP-27%22%20value%3D%22%22%20style%3D%22endArrow%3Dnone%3Bhtml%3D1%3Brounded%3D0%3BentryX%3D0.75%3BentryY%3D0%3BentryDx%3D0%3BentryDy%3D0%3BexitX%3D0%3BexitY%3D0.5%3BexitDx%3D0%3BexitDy%3D0%3BedgeStyle%3DorthogonalEdgeStyle%3BfontSize%3D12%3B%22%20parent%3D%221%22%20source%3D%22Q7DM5xbQnd2Qr1pP2FxP-26%22%20target%3D%22vgwpWzRfeQ1CPUNyACvq-3%22%20edge%3D%221%22%3E%0A%20%20%20%20%20%20%20%20%20%20%3CmxGeometry%20relative%3D%221%22%20as%3D%22geometry%22%3E%0A%20%20%20%20%20%20%20%20%20%20%20%20%3CmxPoint%20x%3D%22680%22%20y%3D%22130%22%20as%3D%22sourcePoint%22%20%2F%3E%0A%20%20%20%20%20%20%20%20%20%20%20%20%3CmxPoint%20x%3D%22840%22%20y%3D%22130%22%20as%3D%22targetPoint%22%20%2F%3E%0A%20%20%20%20%20%20%20%20%20%20%20%20%3CArray%20as%3D%22points%22%3E%0A%20%20%20%20%20%20%20%20%20%20%20%20%20%20%3CmxPoint%20x%3D%22780%22%20y%3D%2238%22%20%2F%3E%0A%20%20%20%20%20%20%20%20%20%20%20%20%20%20%3CmxPoint%20x%3D%22780%22%20y%3D%22200%22%20%2F%3E%0A%20%20%20%20%20%20%20%20%20%20%20%20%20%20%3CmxPoint%20x%3D%22705%22%20y%3D%22200%22%20%2F%3E%0A%20%20%20%20%20%20%20%20%20%20%20%20%3C%2FArray%3E%0A%20%20%20%20%20%20%20%20%20%20%3C%2FmxGeometry%3E%0A%20%20%20%20%20%20%20%20%3C%2FmxCell%3E%0A%20%20%20%20%20%20%20%20%3CmxCell%20id%3D%22Q7DM5xbQnd2Qr1pP2FxP-28%22%20value%3D%22N%22%20style%3D%22resizable%3D0%3Bhtml%3D1%3BwhiteSpace%3Dwrap%3Balign%3Dright%3BverticalAlign%3Dbottom%3BfontSize%3D12%3B%22%20parent%3D%22Q7DM5xbQnd2Qr1pP2FxP-27%22%20connectable%3D%220%22%20vertex%3D%221%22%3E%0A%20%20%20%20%20%20%20%20%20%20%3CmxGeometry%20x%3D%221%22%20relative%3D%221%22%20as%3D%22geometry%22%20%2F%3E%0A%20%20%20%20%20%20%20%20%3C%2FmxCell%3E%0A%20%20%20%20%20%20%20%20%3CmxCell%20id%3D%22Q7DM5xbQnd2Qr1pP2FxP-29%22%20value%3D%22%22%20style%3D%22endArrow%3Dnone%3Bhtml%3D1%3Brounded%3D0%3BentryX%3D0.5%3BentryY%3D0%3BentryDx%3D0%3BentryDy%3D0%3BexitX%3D1%3BexitY%3D0.5%3BexitDx%3D0%3BexitDy%3D0%3BedgeStyle%3DorthogonalEdgeStyle%3BfontSize%3D12%3B%22%20parent%3D%221%22%20source%3D%22Q7DM5xbQnd2Qr1pP2FxP-26%22%20target%3D%22Q7DM5xbQnd2Qr1pP2FxP-15%22%20edge%3D%221%22%3E%0A%20%20%20%20%20%20%20%20%20%20%3CmxGeometry%20relative%3D%221%22%20as%3D%22geometry%22%3E%0A%20%20%20%20%20%20%20%20%20%20%20%20%3CmxPoint%20x%3D%221510%22%20y%3D%22490%22%20as%3D%22sourcePoint%22%20%2F%3E%0A%20%20%20%20%20%20%20%20%20%20%20%20%3CmxPoint%20x%3D%221670%22%20y%3D%22490%22%20as%3D%22targetPoint%22%20%2F%3E%0A%20%20%20%20%20%20%20%20%20%20%20%20%3CArray%20as%3D%22points%22%3E%0A%20%20%20%20%20%20%20%20%20%20%20%20%20%20%3CmxPoint%20x%3D%221090%22%20y%3D%2238%22%20%2F%3E%0A%20%20%20%20%20%20%20%20%20%20%20%20%20%20%3CmxPoint%20x%3D%221090%22%20y%3D%22450%22%20%2F%3E%0A%20%20%20%20%20%20%20%20%20%20%20%20%20%20%3CmxPoint%20x%3D%22990%22%20y%3D%22450%22%20%2F%3E%0A%20%20%20%20%20%20%20%20%20%20%20%20%20%20%3CmxPoint%20x%3D%22990%22%20y%3D%22560%22%20%2F%3E%0A%20%20%20%20%20%20%20%20%20%20%20%20%20%20%3CmxPoint%20x%3D%22925%22%20y%3D%22560%22%20%2F%3E%0A%20%20%20%20%20%20%20%20%20%20%20%20%20%20%3CmxPoint%20x%3D%22925%22%20y%3D%22619%22%20%2F%3E%0A%20%20%20%20%20%20%20%20%20%20%20%20%3C%2FArray%3E%0A%20%20%20%20%20%20%20%20%20%20%3C%2FmxGeometry%3E%0A%20%20%20%20%20%20%20%20%3C%2FmxCell%3E%0A%20%20%20%20%20%20%20%20%3CmxCell%20id%3D%22Q7DM5xbQnd2Qr1pP2FxP-30%22%20value%3D%22N%22%20style%3D%22resizable%3D0%3Bhtml%3D1%3BwhiteSpace%3Dwrap%3Balign%3Dright%3BverticalAlign%3Dbottom%3BfontSize%3D12%3B%22%20parent%3D%22Q7DM5xbQnd2Qr1pP2FxP-29%22%20connectable%3D%220%22%20vertex%3D%221%22%3E%0A%20%20%20%20%20%20%20%20%20%20%3CmxGeometry%20x%3D%221%22%20relative%3D%221%22%20as%3D%22geometry%22%20%2F%3E%0A%20%20%20%20%20%20%20%20%3C%2FmxCell%3E%0A%20%20%20%20%20%20%20%20%3CmxCell%20id%3D%22Q7DM5xbQnd2Qr1pP2FxP-33%22%20value%3D%22%22%20style%3D%22shape%3Dlink%3Bhtml%3D1%3Brounded%3D0%3BexitX%3D0.5%3BexitY%3D1%3BexitDx%3D0%3BexitDy%3D0%3BentryX%3D1%3BentryY%3D0.25%3BentryDx%3D0%3BentryDy%3D0%3BfontSize%3D12%3BedgeStyle%3DorthogonalEdgeStyle%3B%22%20parent%3D%221%22%20source%3D%22Q7DM5xbQnd2Qr1pP2FxP-26%22%20target%3D%22Q7DM5xbQnd2Qr1pP2FxP-4%22%20edge%3D%221%22%3E%0A%20%20%20%20%20%20%20%20%20%20%3CmxGeometry%20relative%3D%221%22%20as%3D%22geometry%22%3E%0A%20%20%20%20%20%20%20%20%20%20%20%20%3CmxPoint%20x%3D%221210%22%20y%3D%22310%22%20as%3D%22sourcePoint%22%20%2F%3E%0A%20%20%20%20%20%20%20%20%20%20%20%20%3CmxPoint%20x%3D%221370%22%20y%3D%22310%22%20as%3D%22targetPoint%22%20%2F%3E%0A%20%20%20%20%20%20%20%20%20%20%20%20%3CArray%20as%3D%22points%22%3E%0A%20%20%20%20%20%20%20%20%20%20%20%20%20%20%3CmxPoint%20x%3D%221070%22%20y%3D%22250%22%20%2F%3E%0A%20%20%20%20%20%20%20%20%20%20%20%20%20%20%3CmxPoint%20x%3D%221020%22%20y%3D%22250%22%20%2F%3E%0A%20%20%20%20%20%20%20%20%20%20%20%20%20%20%3CmxPoint%20x%3D%221020%22%20y%3D%22506%22%20%2F%3E%0A%20%20%20%20%20%20%20%20%20%20%20%20%3C%2FArray%3E%0A%20%20%20%20%20%20%20%20%20%20%3C%2FmxGeometry%3E%0A%20%20%20%20%20%20%20%20%3C%2FmxCell%3E%0A%20%20%20%20%20%20%20%20%3CmxCell%20id%3D%22Q7DM5xbQnd2Qr1pP2FxP-34%22%20value%3D%22N%22%20style%3D%22resizable%3D0%3Bhtml%3D1%3BwhiteSpace%3Dwrap%3Balign%3Dright%3BverticalAlign%3Dbottom%3BfontSize%3D12%3B%22%20parent%3D%22Q7DM5xbQnd2Qr1pP2FxP-33%22%20connectable%3D%220%22%20vertex%3D%221%22%3E%0A%20%20%20%20%20%20%20%20%20%20%3CmxGeometry%20x%3D%221%22%20relative%3D%221%22%20as%3D%22geometry%22%20%2F%3E%0A%20%20%20%20%20%20%20%20%3C%2FmxCell%3E%0A%20%20%20%20%20%20%20%20%3CmxCell%20id%3D%22Q7DM5xbQnd2Qr1pP2FxP-35%22%20value%3D%22%D0%A1%D0%BE%D0%B1%D0%B8%D1%80%D0%B0%D0%B5%D1%82%22%20style%3D%22shape%3Drhombus%3Bperimeter%3DrhombusPerimeter%3BwhiteSpace%3Dwrap%3Bhtml%3D1%3Balign%3Dcenter%3BfontSize%3D12%3B%22%20parent%3D%221%22%20vertex%3D%221%22%3E%0A%20%20%20%20%20%20%20%20%20%20%3CmxGeometry%20x%3D%22770%22%20y%3D%22720%22%20width%3D%22100%22%20height%3D%2260%22%20as%3D%22geometry%22%20%2F%3E%0A%20%20%20%20%20%20%20%20%3C%2FmxCell%3E%0A%20%20%20%20%20%20%20%20%3CmxCell%20id%3D%22Q7DM5xbQnd2Qr1pP2FxP-36%22%20value%3D%22%22%20style%3D%22shape%3Dlink%3Bhtml%3D1%3Brounded%3D0%3BexitX%3D1%3BexitY%3D0.5%3BexitDx%3D0%3BexitDy%3D0%3BentryX%3D0.5%3BentryY%3D1%3BentryDx%3D0%3BentryDy%3D0%3BedgeStyle%3DorthogonalEdgeStyle%3BfontSize%3D12%3B%22%20parent%3D%221%22%20source%3D%22Q7DM5xbQnd2Qr1pP2FxP-35%22%20target%3D%22Q7DM5xbQnd2Qr1pP2FxP-15%22%20edge%3D%221%22%3E%0A%20%20%20%20%20%20%20%20%20%20%3CmxGeometry%20relative%3D%221%22%20as%3D%22geometry%22%3E%0A%20%20%20%20%20%20%20%20%20%20%20%20%3CmxPoint%20x%3D%221410%22%20y%3D%22860%22%20as%3D%22sourcePoint%22%20%2F%3E%0A%20%20%20%20%20%20%20%20%20%20%20%20%3CmxPoint%20x%3D%221570%22%20y%3D%22860%22%20as%3D%22targetPoint%22%20%2F%3E%0A%20%20%20%20%20%20%20%20%20%20%20%20%3CArray%20as%3D%22points%22%3E%0A%20%20%20%20%20%20%20%20%20%20%20%20%20%20%3CmxPoint%20x%3D%22895%22%20y%3D%22750%22%20%2F%3E%0A%20%20%20%20%20%20%20%20%20%20%20%20%3C%2FArray%3E%0A%20%20%20%20%20%20%20%20%20%20%3C%2FmxGeometry%3E%0A%20%20%20%20%20%20%20%20%3C%2FmxCell%3E%0A%20%20%20%20%20%20%20%20%3CmxCell%20id%3D%22Q7DM5xbQnd2Qr1pP2FxP-37%22%20value%3D%221%22%20style%3D%22resizable%3D0%3Bhtml%3D1%3BwhiteSpace%3Dwrap%3Balign%3Dright%3BverticalAlign%3Dbottom%3BfontSize%3D12%3B%22%20parent%3D%22Q7DM5xbQnd2Qr1pP2FxP-36%22%20connectable%3D%220%22%20vertex%3D%221%22%3E%0A%20%20%20%20%20%20%20%20%20%20%3CmxGeometry%20x%3D%221%22%20relative%3D%221%22%20as%3D%22geometry%22%3E%0A%20%20%20%20%20%20%20%20%20%20%20%20%3CmxPoint%20x%3D%2215%22%20y%3D%2219%22%20as%3D%22offset%22%20%2F%3E%0A%20%20%20%20%20%20%20%20%20%20%3C%2FmxGeometry%3E%0A%20%20%20%20%20%20%20%20%3C%2FmxCell%3E%0A%20%20%20%20%20%20%20%20%3CmxCell%20id%3D%22Q7DM5xbQnd2Qr1pP2FxP-38%22%20value%3D%22%D0%A4%D0%98%D0%9E%22%20style%3D%22ellipse%3BwhiteSpace%3Dwrap%3Bhtml%3D1%3Balign%3Dcenter%3BfontSize%3D12%3B%22%20parent%3D%221%22%20vertex%3D%221%22%3E%0A%20%20%20%20%20%20%20%20%20%20%3CmxGeometry%20x%3D%2250%22%20y%3D%22320%22%20width%3D%22100%22%20height%3D%2240%22%20as%3D%22geometry%22%20%2F%3E%0A%20%20%20%20%20%20%20%20%3C%2FmxCell%3E%0A%20%20%20%20%20%20%20%20%3CmxCell%20id%3D%22Q7DM5xbQnd2Qr1pP2FxP-39%22%20value%3D%22%22%20style%3D%22endArrow%3Dnone%3Bhtml%3D1%3Brounded%3D0%3BexitX%3D0.25%3BexitY%3D0%3BexitDx%3D0%3BexitDy%3D0%3BentryX%3D0.5%3BentryY%3D1%3BentryDx%3D0%3BentryDy%3D0%3BfontSize%3D12%3B%22%20parent%3D%221%22%20source%3D%22vgwpWzRfeQ1CPUNyACvq-4%22%20target%3D%22Q7DM5xbQnd2Qr1pP2FxP-38%22%20edge%3D%221%22%3E%0A%20%20%20%20%20%20%20%20%20%20%3CmxGeometry%20relative%3D%221%22%20as%3D%22geometry%22%3E%0A%20%20%20%20%20%20%20%20%20%20%20%20%3CmxPoint%20x%3D%22260%22%20y%3D%22260%22%20as%3D%22sourcePoint%22%20%2F%3E%0A%20%20%20%20%20%20%20%20%20%20%20%20%3CmxPoint%20x%3D%22260%22%20y%3D%22290%22%20as%3D%22targetPoint%22%20%2F%3E%0A%20%20%20%20%20%20%20%20%20%20%3C%2FmxGeometry%3E%0A%20%20%20%20%20%20%20%20%3C%2FmxCell%3E%0A%20%20%20%20%20%20%20%20%3CmxCell%20id%3D%22Q7DM5xbQnd2Qr1pP2FxP-40%22%20value%3D%22%D0%A4%D0%B0%D0%BC%D0%B8%D0%BB%D0%B8%D1%8F%22%20style%3D%22ellipse%3BwhiteSpace%3Dwrap%3Bhtml%3D1%3Balign%3Dcenter%3BfontSize%3D12%3B%22%20parent%3D%221%22%20vertex%3D%221%22%3E%0A%20%20%20%20%20%20%20%20%20%20%3CmxGeometry%20y%3D%22240%22%20width%3D%22100%22%20height%3D%2240%22%20as%3D%22geometry%22%20%2F%3E%0A%20%20%20%20%20%20%20%20%3C%2FmxCell%3E%0A%20%20%20%20%20%20%20%20%3CmxCell%20id%3D%22Q7DM5xbQnd2Qr1pP2FxP-41%22%20value%3D%22%D0%98%D0%BC%D1%8F%22%20style%3D%22ellipse%3BwhiteSpace%3Dwrap%3Bhtml%3D1%3Balign%3Dcenter%3BfontSize%3D12%3B%22%20parent%3D%221%22%20vertex%3D%221%22%3E%0A%20%20%20%20%20%20%20%20%20%20%3CmxGeometry%20x%3D%2260%22%20y%3D%22178%22%20width%3D%22100%22%20height%3D%2240%22%20as%3D%22geometry%22%20%2F%3E%0A%20%20%20%20%20%20%20%20%3C%2FmxCell%3E%0A%20%20%20%20%20%20%20%20%3CmxCell%20id%3D%22Q7DM5xbQnd2Qr1pP2FxP-42%22%20value%3D%22%D0%9E%D1%82%D1%87%D0%B5%D1%81%D1%82%D0%B2%D0%BE%22%20style%3D%22ellipse%3BwhiteSpace%3Dwrap%3Bhtml%3D1%3Balign%3Dcenter%3BfontSize%3D12%3B%22%20parent%3D%221%22%20vertex%3D%221%22%3E%0A%20%20%20%20%20%20%20%20%20%20%3CmxGeometry%20x%3D%22120%22%20y%3D%22240%22%20width%3D%22100%22%20height%3D%2240%22%20as%3D%22geometry%22%20%2F%3E%0A%20%20%20%20%20%20%20%20%3C%2FmxCell%3E%0A%20%20%20%20%20%20%20%20%3CmxCell%20id%3D%22Q7DM5xbQnd2Qr1pP2FxP-43%22%20value%3D%22%22%20style%3D%22endArrow%3Dnone%3Bhtml%3D1%3Brounded%3D0%3BexitX%3D0.5%3BexitY%3D1%3BexitDx%3D0%3BexitDy%3D0%3BentryX%3D0.5%3BentryY%3D0%3BentryDx%3D0%3BentryDy%3D0%3BfontSize%3D12%3B%22%20parent%3D%221%22%20source%3D%22Q7DM5xbQnd2Qr1pP2FxP-40%22%20target%3D%22Q7DM5xbQnd2Qr1pP2FxP-38%22%20edge%3D%221%22%3E%0A%20%20%20%20%20%20%20%20%20%20%3CmxGeometry%20relative%3D%221%22%20as%3D%22geometry%22%3E%0A%20%20%20%20%20%20%20%20%20%20%20%20%3CmxPoint%20x%3D%22200%22%20y%3D%22160%22%20as%3D%22sourcePoint%22%20%2F%3E%0A%20%20%20%20%20%20%20%20%20%20%20%20%3CmxPoint%20x%3D%22200%22%20y%3D%22190%22%20as%3D%22targetPoint%22%20%2F%3E%0A%20%20%20%20%20%20%20%20%20%20%3C%2FmxGeometry%3E%0A%20%20%20%20%20%20%20%20%3C%2FmxCell%3E%0A%20%20%20%20%20%20%20%20%3CmxCell%20id%3D%22Q7DM5xbQnd2Qr1pP2FxP-44%22%20value%3D%22%22%20style%3D%22endArrow%3Dnone%3Bhtml%3D1%3Brounded%3D0%3BexitX%3D0.5%3BexitY%3D1%3BexitDx%3D0%3BexitDy%3D0%3BentryX%3D0.5%3BentryY%3D0%3BentryDx%3D0%3BentryDy%3D0%3BfontSize%3D12%3B%22%20parent%3D%221%22%20source%3D%22Q7DM5xbQnd2Qr1pP2FxP-41%22%20target%3D%22Q7DM5xbQnd2Qr1pP2FxP-38%22%20edge%3D%221%22%3E%0A%20%20%20%20%20%20%20%20%20%20%3CmxGeometry%20relative%3D%221%22%20as%3D%22geometry%22%3E%0A%20%20%20%20%20%20%20%20%20%20%20%20%3CmxPoint%20x%3D%22310%22%20y%3D%22180%22%20as%3D%22sourcePoint%22%20%2F%3E%0A%20%20%20%20%20%20%20%20%20%20%20%20%3CmxPoint%20x%3D%22310%22%20y%3D%22210%22%20as%3D%22targetPoint%22%20%2F%3E%0A%20%20%20%20%20%20%20%20%20%20%3C%2FmxGeometry%3E%0A%20%20%20%20%20%20%20%20%3C%2FmxCell%3E%0A%20%20%20%20%20%20%20%20%3CmxCell%20id%3D%22Q7DM5xbQnd2Qr1pP2FxP-45%22%20value%3D%22%22%20style%3D%22endArrow%3Dnone%3Bhtml%3D1%3Brounded%3D0%3BexitX%3D0.5%3BexitY%3D1%3BexitDx%3D0%3BexitDy%3D0%3BentryX%3D0.5%3BentryY%3D0%3BentryDx%3D0%3BentryDy%3D0%3BfontSize%3D12%3B%22%20parent%3D%221%22%20source%3D%22Q7DM5xbQnd2Qr1pP2FxP-42%22%20target%3D%22Q7DM5xbQnd2Qr1pP2FxP-38%22%20edge%3D%221%22%3E%0A%20%20%20%20%20%20%20%20%20%20%3CmxGeometry%20relative%3D%221%22%20as%3D%22geometry%22%3E%0A%20%20%20%20%20%20%20%20%20%20%20%20%3CmxPoint%20x%3D%22470%22%20y%3D%22190%22%20as%3D%22sourcePoint%22%20%2F%3E%0A%20%20%20%20%20%20%20%20%20%20%20%20%3CmxPoint%20x%3D%22470%22%20y%3D%22220%22%20as%3D%22targetPoint%22%20%2F%3E%0A%20%20%20%20%20%20%20%20%20%20%3C%2FmxGeometry%3E%0A%20%20%20%20%20%20%20%20%3C%2FmxCell%3E%0A%20%20%20%20%20%20%20%20%3CmxCell%20id%3D%22Q7DM5xbQnd2Qr1pP2FxP-47%22%20value%3D%22o%22%20style%3D%22ellipse%3BwhiteSpace%3Dwrap%3Bhtml%3D1%3Baspect%3Dfixed%3BstrokeColor%3Ddefault%3Balign%3Dcenter%3BverticalAlign%3Dmiddle%3BfontFamily%3DHelvetica%3BfontSize%3D12%3BfontColor%3Ddefault%3BfillColor%3Ddefault%3Bshadow%3D0%3B%22%20parent%3D%221%22%20vertex%3D%221%22%3E%0A%20%20%20%20%20%20%20%20%20%20%3CmxGeometry%20x%3D%22345%22%20y%3D%22350%22%20width%3D%2230%22%20height%3D%2230%22%20as%3D%22geometry%22%20%2F%3E%0A%20%20%20%20%20%20%20%20%3C%2FmxCell%3E%0A%20%20%20%20%20%20%20%20%3CmxCell%20id%3D%22Q7DM5xbQnd2Qr1pP2FxP-56%22%20value%3D%22o%22%20style%3D%22ellipse%3BwhiteSpace%3Dwrap%3Bhtml%3D1%3Baspect%3Dfixed%3BstrokeColor%3Ddefault%3Balign%3Dcenter%3BverticalAlign%3Dmiddle%3BfontFamily%3DHelvetica%3BfontSize%3D12%3BfontColor%3Ddefault%3BfillColor%3Ddefault%3Bshadow%3D0%3B%22%20parent%3D%221%22%20vertex%3D%221%22%3E%0A%20%20%20%20%20%20%20%20%20%20%3CmxGeometry%20x%3D%22475%22%20y%3D%22550.6800000000001%22%20width%3D%2225%22%20height%3D%2225%22%20as%3D%22geometry%22%20%2F%3E%0A%20%20%20%20%20%20%20%20%3C%2FmxCell%3E%0A%20%20%20%20%20%20%20%20%3CmxCell%20id%3D%22Q7DM5xbQnd2Qr1pP2FxP-57%22%20value%3D%22%22%20style%3D%22endArrow%3Dnone%3Bhtml%3D1%3Brounded%3D0%3BexitX%3D0.483%3BexitY%3D0.993%3BexitDx%3D0%3BexitDy%3D0%3BentryX%3D0.5%3BentryY%3D0%3BentryDx%3D0%3BentryDy%3D0%3BfontSize%3D12%3BexitPerimeter%3D0%3Bshape%3Dlink%3B%22%20parent%3D%221%22%20source%3D%22vgwpWzRfeQ1CPUNyACvq-5%22%20target%3D%22Q7DM5xbQnd2Qr1pP2FxP-56%22%20edge%3D%221%22%3E%0A%20%20%20%20%20%20%20%20%20%20%3CmxGeometry%20relative%3D%221%22%20as%3D%22geometry%22%3E%0A%20%20%20%20%20%20%20%20%20%20%20%20%3CmxPoint%20x%3D%22495%22%20y%3D%22515.6800000000001%22%20as%3D%22sourcePoint%22%20%2F%3E%0A%20%20%20%20%20%20%20%20%20%20%20%20%3CmxPoint%20x%3D%22485%22%20y%3D%22575.6800000000001%22%20as%3D%22targetPoint%22%20%2F%3E%0A%20%20%20%20%20%20%20%20%20%20%3C%2FmxGeometry%3E%0A%20%20%20%20%20%20%20%20%3C%2FmxCell%3E%0A%20%20%20%20%20%20%20%20%3CmxCell%20id%3D%22Q7DM5xbQnd2Qr1pP2FxP-58%22%20value%3D%22%22%20style%3D%22verticalLabelPosition%3Dbottom%3BverticalAlign%3Dtop%3Bhtml%3D1%3Bshape%3Dmxgraph.basic.arc%3BstartAngle%3D0.8034185343768369%3BendAngle%3D0.25454604733782427%3BstrokeColor%3Ddefault%3Balign%3Dcenter%3BfontFamily%3DHelvetica%3BfontSize%3D12%3BfontColor%3Ddefault%3BfillColor%3Ddefault%3B%22%20parent%3D%221%22%20vertex%3D%221%22%3E%0A%20%20%20%20%20%20%20%20%20%20%3CmxGeometry%20x%3D%22482.5%22%20y%3D%22540.6800000000001%22%20width%3D%2210%22%20height%3D%2210%22%20as%3D%22geometry%22%20%2F%3E%0A%20%20%20%20%20%20%20%20%3C%2FmxCell%3E%0A%20%20%20%20%20%20%20%20%3CmxCell%20id%3D%22Q7DM5xbQnd2Qr1pP2FxP-60%22%20value%3D%22%22%20style%3D%22endArrow%3Dnone%3Bhtml%3D1%3Brounded%3D0%3BexitX%3D0%3BexitY%3D0.5%3BexitDx%3D0%3BexitDy%3D0%3BentryX%3D1%3BentryY%3D0.5%3BentryDx%3D0%3BentryDy%3D0%3BfontSize%3D12%3B%22%20parent%3D%221%22%20source%3D%22Q7DM5xbQnd2Qr1pP2FxP-56%22%20target%3D%22vgwpWzRfeQ1CPUNyACvq-6%22%20edge%3D%221%22%3E%0A%20%20%20%20%20%20%20%20%20%20%3CmxGeometry%20relative%3D%221%22%20as%3D%22geometry%22%3E%0A%20%20%20%20%20%20%20%20%20%20%20%20%3CmxPoint%20x%3D%22427%22%20y%3D%22565.6800000000001%22%20as%3D%22sourcePoint%22%20%2F%3E%0A%20%20%20%20%20%20%20%20%20%20%20%20%3CmxPoint%20x%3D%22420%22%20y%3D%22600.6800000000001%22%20as%3D%22targetPoint%22%20%2F%3E%0A%20%20%20%20%20%20%20%20%20%20%3C%2FmxGeometry%3E%0A%20%20%20%20%20%20%20%20%3C%2FmxCell%3E%0A%20%20%20%20%20%20%20%20%3CmxCell%20id%3D%22Q7DM5xbQnd2Qr1pP2FxP-61%22%20value%3D%22%22%20style%3D%22endArrow%3Dnone%3Bhtml%3D1%3Brounded%3D0%3BentryX%3D1%3BentryY%3D0.5%3BentryDx%3D0%3BentryDy%3D0%3BfontSize%3D12%3BexitX%3D0%3BexitY%3D0.5%3BexitDx%3D0%3BexitDy%3D0%3B%22%20parent%3D%221%22%20source%3D%22Q7DM5xbQnd2Qr1pP2FxP-56%22%20target%3D%22vgwpWzRfeQ1CPUNyACvq-7%22%20edge%3D%221%22%3E%0A%20%20%20%20%20%20%20%20%20%20%3CmxGeometry%20relative%3D%221%22%20as%3D%22geometry%22%3E%0A%20%20%20%20%20%20%20%20%20%20%20%20%3CmxPoint%20x%3D%22460%22%20y%3D%22580%22%20as%3D%22sourcePoint%22%20%2F%3E%0A%20%20%20%20%20%20%20%20%20%20%20%20%3CmxPoint%20x%3D%22540%22%20y%3D%22610.6800000000001%22%20as%3D%22targetPoint%22%20%2F%3E%0A%20%20%20%20%20%20%20%20%20%20%3C%2FmxGeometry%3E%0A%20%20%20%20%20%20%20%20%3C%2FmxCell%3E%0A%20%20%20%20%20%20%20%20%3CmxCell%20id%3D%22Q7DM5xbQnd2Qr1pP2FxP-63%22%20value%3D%22%26amp%3Bnbsp%3B%D0%90%D0%B4%D1%80%D0%B5%D1%81%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22240%22%20y%3D%22250%22%20width%3D%22100%22%20height%3D%2240%22%20as%3D%22geometry%22%20%2F%3E%0A%20%20%20%20%20%20%20%20%3C%2FmxCell%3E%0A%20%20%20%20%20%20%20%20%3CmxCell%20id%3D%22Q7DM5xbQnd2Qr1pP2FxP-64%22%20value%3D%22%22%20style%3D%22endArrow%3Dnone%3Bhtml%3D1%3Brounded%3D0%3BexitX%3D0.5%3BexitY%3D1%3BexitDx%3D0%3BexitDy%3D0%3BentryX%3D0.75%3BentryY%3D0%3BentryDx%3D0%3BentryDy%3D0%3BfontSize%3D12%3B%22%20parent%3D%221%22%20source%3D%22Q7DM5xbQnd2Qr1pP2FxP-63%22%20target%3D%22vgwpWzRfeQ1CPUNyACvq-4%22%20edge%3D%221%22%3E%0A%20%20%20%20%20%20%20%20%20%20%3CmxGeometry%20relative%3D%221%22%20as%3D%22geometry%22%3E%0A%20%20%20%20%20%20%20%20%20%20%20%20%3CmxPoint%20x%3D%22600%22%20y%3D%22150%22%20as%3D%22sourcePoint%22%20%2F%3E%0A%20%20%20%20%20%20%20%20%20%20%20%20%3CmxPoint%20x%3D%22430%22%20y%3D%22200%22%20as%3D%22targetPoint%22%20%2F%3E%0A%20%20%20%20%20%20%20%20%20%20%3C%2FmxGeometry%3E%0A%20%20%20%20%20%20%20%20%3C%2FmxCell%3E%0A%20%20%20%20%20%20%20%20%3CmxCell%20id%3D%22Q7DM5xbQnd2Qr1pP2FxP-65%22%20value%3D%22%D0%A1%D1%82%D1%80%D0%B0%D0%BD%D0%B0%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2270%22%20y%3D%22100%22%20width%3D%22100%22%20height%3D%2240%22%20as%3D%22geometry%22%20%2F%3E%0A%20%20%20%20%20%20%20%20%3C%2FmxCell%3E%0A%20%20%20%20%20%20%20%20%3CmxCell%20id%3D%22Q7DM5xbQnd2Qr1pP2FxP-69%22%20value%3D%22%22%20style%3D%22endArrow%3Dnone%3Bhtml%3D1%3Brounded%3D0%3BexitX%3D0%3BexitY%3D0.5%3BexitDx%3D0%3BexitDy%3D0%3BentryX%3D0.5%3BentryY%3D1%3BentryDx%3D0%3BentryDy%3D0%3BfontSize%3D12%3B%22%20parent%3D%221%22%20source%3D%22Q7DM5xbQnd2Qr1pP2FxP-63%22%20target%3D%22Q7DM5xbQnd2Qr1pP2FxP-65%22%20edge%3D%221%22%3E%0A%20%20%20%20%20%20%20%20%20%20%3CmxGeometry%20relative%3D%221%22%20as%3D%22geometry%22%3E%0A%20%20%20%20%20%20%20%20%20%20%20%20%3CmxPoint%20x%3D%22535%22%20y%3D%2270%22%20as%3D%22sourcePoint%22%20%2F%3E%0A%20%20%20%20%20%20%20%20%20%20%20%20%3CmxPoint%20x%3D%22365%22%20y%3D%22120%22%20as%3D%22targetPoint%22%20%2F%3E%0A%20%20%20%20%20%20%20%20%20%20%3C%2FmxGeometry%3E%0A%20%20%20%20%20%20%20%20%3C%2FmxCell%3E%0A%20%20%20%20%20%20%20%20%3CmxCell%20id%3D%22Q7DM5xbQnd2Qr1pP2FxP-70%22%20value%3D%22%D0%93%D0%BE%D1%80%D0%BE%D0%B4%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22160%22%20y%3D%22138%22%20width%3D%22100%22%20height%3D%2240%22%20as%3D%22geometry%22%20%2F%3E%0A%20%20%20%20%20%20%20%20%3C%2FmxCell%3E%0A%20%20%20%20%20%20%20%20%3CmxCell%20id%3D%22Q7DM5xbQnd2Qr1pP2FxP-71%22%20value%3D%22%22%20style%3D%22endArrow%3Dnone%3Bhtml%3D1%3Brounded%3D0%3BexitX%3D0%3BexitY%3D0%3BexitDx%3D0%3BexitDy%3D0%3BentryX%3D0.5%3BentryY%3D1%3BentryDx%3D0%3BentryDy%3D0%3BfontSize%3D12%3B%22%20parent%3D%221%22%20source%3D%22Q7DM5xbQnd2Qr1pP2FxP-63%22%20target%3D%22Q7DM5xbQnd2Qr1pP2FxP-70%22%20edge%3D%221%22%3E%0A%20%20%20%20%20%20%20%20%20%20%3CmxGeometry%20relative%3D%221%22%20as%3D%22geometry%22%3E%0A%20%20%20%20%20%20%20%20%20%20%20%20%3CmxPoint%20x%3D%22670%22%20y%3D%22186%22%20as%3D%22sourcePoint%22%20%2F%3E%0A%20%20%20%20%20%20%20%20%20%20%20%20%3CmxPoint%20x%3D%22595%22%20y%3D%22140%22%20as%3D%22targetPoint%22%20%2F%3E%0A%20%20%20%20%20%20%20%20%20%20%3C%2FmxGeometry%3E%0A%20%20%20%20%20%20%20%20%3C%2FmxCell%3E%0A%20%20%20%20%20%20%20%20%3CmxCell%20id%3D%22Q7DM5xbQnd2Qr1pP2FxP-72%22%20value%3D%22%D0%A3%D0%BB%D0%B8%D1%86%D0%B0%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22210%22%20y%3D%2290%22%20width%3D%22100%22%20height%3D%2240%22%20as%3D%22geometry%22%20%2F%3E%0A%20%20%20%20%20%20%20%20%3C%2FmxCell%3E%0A%20%20%20%20%20%20%20%20%3CmxCell%20id%3D%22Q7DM5xbQnd2Qr1pP2FxP-73%22%20value%3D%22%22%20style%3D%22endArrow%3Dnone%3Bhtml%3D1%3Brounded%3D0%3BexitX%3D0.5%3BexitY%3D0%3BexitDx%3D0%3BexitDy%3D0%3BentryX%3D0.5%3BentryY%3D1%3BentryDx%3D0%3BentryDy%3D0%3BfontSize%3D12%3B%22%20parent%3D%221%22%20source%3D%22Q7DM5xbQnd2Qr1pP2FxP-63%22%20target%3D%22Q7DM5xbQnd2Qr1pP2FxP-72%22%20edge%3D%221%22%3E%0A%20%20%20%20%20%20%20%20%20%20%3CmxGeometry%20relative%3D%221%22%20as%3D%22geometry%22%3E%0A%20%20%20%20%20%20%20%20%20%20%20%20%3CmxPoint%20x%3D%22780%22%20y%3D%22226%22%20as%3D%22sourcePoint%22%20%2F%3E%0A%20%20%20%20%20%20%20%20%20%20%20%20%3CmxPoint%20x%3D%22705%22%20y%3D%22180%22%20as%3D%22targetPoint%22%20%2F%3E%0A%20%20%20%20%20%20%20%20%20%20%3C%2FmxGeometry%3E%0A%20%20%20%20%20%20%20%20%3C%2FmxCell%3E%0A%20%20%20%20%20%20%20%20%3CmxCell%20id%3D%22Q7DM5xbQnd2Qr1pP2FxP-74%22%20value%3D%22%D0%94%D0%BE%D0%BC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22275%22%20y%3D%22130%22%20width%3D%22100%22%20height%3D%2240%22%20as%3D%22geometry%22%20%2F%3E%0A%20%20%20%20%20%20%20%20%3C%2FmxCell%3E%0A%20%20%20%20%20%20%20%20%3CmxCell%20id%3D%22Q7DM5xbQnd2Qr1pP2FxP-75%22%20value%3D%22%22%20style%3D%22endArrow%3Dnone%3Bhtml%3D1%3Brounded%3D0%3BexitX%3D1%3BexitY%3D0%3BexitDx%3D0%3BexitDy%3D0%3BentryX%3D0.5%3BentryY%3D1%3BentryDx%3D0%3BentryDy%3D0%3BfontSize%3D12%3B%22%20parent%3D%221%22%20source%3D%22Q7DM5xbQnd2Qr1pP2FxP-63%22%20target%3D%22Q7DM5xbQnd2Qr1pP2FxP-74%22%20edge%3D%221%22%3E%0A%20%20%20%20%20%20%20%20%20%20%3CmxGeometry%20relative%3D%221%22%20as%3D%22geometry%22%3E%0A%20%20%20%20%20%20%20%20%20%20%20%20%3CmxPoint%20x%3D%22735%22%20y%3D%22120%22%20as%3D%22sourcePoint%22%20%2F%3E%0A%20%20%20%20%20%20%20%20%20%20%20%20%3CmxPoint%20x%3D%22660%22%20y%3D%2274%22%20as%3D%22targetPoint%22%20%2F%3E%0A%20%20%20%20%20%20%20%20%20%20%3C%2FmxGeometry%3E%0A%20%20%20%20%20%20%20%20%3C%2FmxCell%3E%0A%20%20%20%20%20%20%20%20%3CmxCell%20id%3D%22Q7DM5xbQnd2Qr1pP2FxP-76%22%20value%3D%22%D0%9A%D0%B2%D0%B0%D1%80%D1%82%D0%B8%D1%80%D0%B0%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22345%22%20y%3D%2280%22%20width%3D%22100%22%20height%3D%2240%22%20as%3D%22geometry%22%20%2F%3E%0A%20%20%20%20%20%20%20%20%3C%2FmxCell%3E%0A%20%20%20%20%20%20%20%20%3CmxCell%20id%3D%22Q7DM5xbQnd2Qr1pP2FxP-77%22%20value%3D%22%22%20style%3D%22endArrow%3Dnone%3Bhtml%3D1%3Brounded%3D0%3BexitX%3D1%3BexitY%3D0.5%3BexitDx%3D0%3BexitDy%3D0%3BentryX%3D0.5%3BentryY%3D1%3BentryDx%3D0%3BentryDy%3D0%3BfontSize%3D12%3B%22%20parent%3D%221%22%20source%3D%22Q7DM5xbQnd2Qr1pP2FxP-63%22%20target%3D%22Q7DM5xbQnd2Qr1pP2FxP-76%22%20edge%3D%221%22%3E%0A%20%20%20%20%20%20%20%20%20%20%3CmxGeometry%20relative%3D%221%22%20as%3D%22geometry%22%3E%0A%20%20%20%20%20%20%20%20%20%20%20%20%3CmxPoint%20x%3D%22820%22%20y%3D%22130%22%20as%3D%22sourcePoint%22%20%2F%3E%0A%20%20%20%20%20%20%20%20%20%20%20%20%3CmxPoint%20x%3D%22745%22%20y%3D%2284%22%20as%3D%22targetPoint%22%20%2F%3E%0A%20%20%20%20%20%20%20%20%20%20%3C%2FmxGeometry%3E%0A%20%20%20%20%20%20%20%20%3C%2FmxCell%3E%0A%20%20%20%20%20%20%20%20%3CmxCell%20id%3D%22Q7DM5xbQnd2Qr1pP2FxP-78%22%20value%3D%22%D0%94%D0%B0%D1%82%D0%B0%20%D1%80%D0%BE%D0%B6%D0%B4%D0%B5%D0%BD%D0%B8%D1%8F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2220%22%20y%3D%22455.68%22%20width%3D%22100%22%20height%3D%2240%22%20as%3D%22geometry%22%20%2F%3E%0A%20%20%20%20%20%20%20%20%3C%2FmxCell%3E%0A%20%20%20%20%20%20%20%20%3CmxCell%20id%3D%22Q7DM5xbQnd2Qr1pP2FxP-79%22%20value%3D%22%22%20style%3D%22endArrow%3Dnone%3Bhtml%3D1%3Brounded%3D0%3BexitX%3D0.25%3BexitY%3D1%3BexitDx%3D0%3BexitDy%3D0%3BentryX%3D0.5%3BentryY%3D0%3BentryDx%3D0%3BentryDy%3D0%3BfontSize%3D12%3B%22%20parent%3D%221%22%20source%3D%22vgwpWzRfeQ1CPUNyACvq-4%22%20target%3D%22Q7DM5xbQnd2Qr1pP2FxP-78%22%20edge%3D%221%22%3E%0A%20%20%20%20%20%20%20%20%20%20%3CmxGeometry%20relative%3D%221%22%20as%3D%22geometry%22%3E%0A%20%20%20%20%20%20%20%20%20%20%20%20%3CmxPoint%20x%3D%22285%22%20y%3D%22456%22%20as%3D%22sourcePoint%22%20%2F%3E%0A%20%20%20%20%20%20%20%20%20%20%20%20%3CmxPoint%20x%3D%22210%22%20y%3D%22410%22%20as%3D%22targetPoint%22%20%2F%3E%0A%20%20%20%20%20%20%20%20%20%20%3C%2FmxGeometry%3E%0A%20%20%20%20%20%20%20%20%3C%2FmxCell%3E%0A%20%20%20%20%20%20%20%20%3CmxCell%20id%3D%22Q7DM5xbQnd2Qr1pP2FxP-82%22%20value%3D%22%26lt%3Bb%26gt%3B%26lt%3Bfont%26gt%3B%D0%9D%D0%B0%D0%B7%D0%B2%D0%B0%D0%BD%D0%B8%D0%B5%26lt%3B%2Ffont%26gt%3B%26lt%3B%2Fb%26gt%3B%22%20style%3D%22ellipse%3BwhiteSpace%3Dwrap%3Bhtml%3D1%3Balign%3Dcenter%3BfontStyle%3D4%3BstrokeColor%3Ddefault%3BverticalAlign%3Dmiddle%3BfontFamily%3DHelvetica%3BfontSize%3D12%3BfontColor%3Ddefault%3BfillColor%3Ddefault%3B%22%20parent%3D%221%22%20vertex%3D%221%22%3E%0A%20%20%20%20%20%20%20%20%20%20%3CmxGeometry%20x%3D%22885%22%20y%3D%22770%22%20width%3D%22100%22%20height%3D%2240%22%20as%3D%22geometry%22%20%2F%3E%0A%20%20%20%20%20%20%20%20%3C%2FmxCell%3E%0A%20%20%20%20%20%20%20%20%3CmxCell%20id%3D%22Q7DM5xbQnd2Qr1pP2FxP-83%22%20value%3D%22%22%20style%3D%22endArrow%3Dnone%3Bhtml%3D1%3Brounded%3D0%3BfontFamily%3DHelvetica%3BfontSize%3D12%3BfontColor%3Ddefault%3BexitX%3D0.75%3BexitY%3D1%3BexitDx%3D0%3BexitDy%3D0%3BentryX%3D0.5%3BentryY%3D0%3BentryDx%3D0%3BentryDy%3D0%3B%22%20parent%3D%221%22%20source%3D%22Q7DM5xbQnd2Qr1pP2FxP-15%22%20target%3D%22Q7DM5xbQnd2Qr1pP2FxP-82%22%20edge%3D%221%22%3E%0A%20%20%20%20%20%20%20%20%20%20%3CmxGeometry%20relative%3D%221%22%20as%3D%22geometry%22%3E%0A%20%20%20%20%20%20%20%20%20%20%20%20%3CmxPoint%20x%3D%221750%22%20y%3D%22740%22%20as%3D%22sourcePoint%22%20%2F%3E%0A%20%20%20%20%20%20%20%20%20%20%20%20%3CmxPoint%20x%3D%221910%22%20y%3D%22740%22%20as%3D%22targetPoint%22%20%2F%3E%0A%20%20%20%20%20%20%20%20%20%20%3C%2FmxGeometry%3E%0A%20%20%20%20%20%20%20%20%3C%2FmxCell%3E%0A%20%20%20%20%20%20%20%20%3CmxCell%20id%3D%22Q7DM5xbQnd2Qr1pP2FxP-84%22%20value%3D%22%26amp%3Bnbsp%3B%D0%90%D0%B4%D1%80%D0%B5%D1%81%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22520%22%20y%3D%22178%22%20width%3D%22100%22%20height%3D%2240%22%20as%3D%22geometry%22%20%2F%3E%0A%20%20%20%20%20%20%20%20%3C%2FmxCell%3E%0A%20%20%20%20%20%20%20%20%3CmxCell%20id%3D%22Q7DM5xbQnd2Qr1pP2FxP-85%22%20value%3D%22%D0%A1%D1%82%D1%80%D0%B0%D0%BD%D0%B0%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22430%22%20y%3D%22108%22%20width%3D%22100%22%20height%3D%2240%22%20as%3D%22geometry%22%20%2F%3E%0A%20%20%20%20%20%20%20%20%3C%2FmxCell%3E%0A%20%20%20%20%20%20%20%20%3CmxCell%20id%3D%22Q7DM5xbQnd2Qr1pP2FxP-86%22%20value%3D%22%22%20style%3D%22endArrow%3Dnone%3Bhtml%3D1%3Brounded%3D0%3BexitX%3D0%3BexitY%3D0.5%3BexitDx%3D0%3BexitDy%3D0%3BentryX%3D0.5%3BentryY%3D1%3BentryDx%3D0%3BentryDy%3D0%3BfontSize%3D12%3B%22%20parent%3D%221%22%20source%3D%22Q7DM5xbQnd2Qr1pP2FxP-84%22%20target%3D%22Q7DM5xbQnd2Qr1pP2FxP-85%22%20edge%3D%221%22%3E%0A%20%20%20%20%20%20%20%20%20%20%3CmxGeometry%20relative%3D%221%22%20as%3D%22geometry%22%3E%0A%20%20%20%20%20%20%20%20%20%20%20%20%3CmxPoint%20x%3D%22630%22%20y%3D%22148%22%20as%3D%22sourcePoint%22%20%2F%3E%0A%20%20%20%20%20%20%20%20%20%20%20%20%3CmxPoint%20x%3D%22460%22%20y%3D%22198%22%20as%3D%22targetPoint%22%20%2F%3E%0A%20%20%20%20%20%20%20%20%20%20%3C%2FmxGeometry%3E%0A%20%20%20%20%20%20%20%20%3C%2FmxCell%3E%0A%20%20%20%20%20%20%20%20%3CmxCell%20id%3D%22Q7DM5xbQnd2Qr1pP2FxP-87%22%20value%3D%22%D0%93%D0%BE%D1%80%D0%BE%D0%B4%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22480%22%20y%3D%2262%22%20width%3D%22100%22%20height%3D%2240%22%20as%3D%22geometry%22%20%2F%3E%0A%20%20%20%20%20%20%20%20%3C%2FmxCell%3E%0A%20%20%20%20%20%20%20%20%3CmxCell%20id%3D%22Q7DM5xbQnd2Qr1pP2FxP-88%22%20value%3D%22%22%20style%3D%22endArrow%3Dnone%3Bhtml%3D1%3Brounded%3D0%3BexitX%3D0%3BexitY%3D0%3BexitDx%3D0%3BexitDy%3D0%3BentryX%3D0.5%3BentryY%3D1%3BentryDx%3D0%3BentryDy%3D0%3BfontSize%3D12%3B%22%20parent%3D%221%22%20source%3D%22Q7DM5xbQnd2Qr1pP2FxP-84%22%20target%3D%22Q7DM5xbQnd2Qr1pP2FxP-87%22%20edge%3D%221%22%3E%0A%20%20%20%20%20%20%20%20%20%20%3CmxGeometry%20relative%3D%221%22%20as%3D%22geometry%22%3E%0A%20%20%20%20%20%20%20%20%20%20%20%20%3CmxPoint%20x%3D%22765%22%20y%3D%22264%22%20as%3D%22sourcePoint%22%20%2F%3E%0A%20%20%20%20%20%20%20%20%20%20%20%20%3CmxPoint%20x%3D%22690%22%20y%3D%22218%22%20as%3D%22targetPoint%22%20%2F%3E%0A%20%20%20%20%20%20%20%20%20%20%3C%2FmxGeometry%3E%0A%20%20%20%20%20%20%20%20%3C%2FmxCell%3E%0A%20%20%20%20%20%20%20%20%3CmxCell%20id%3D%22Q7DM5xbQnd2Qr1pP2FxP-89%22%20value%3D%22%D0%A3%D0%BB%D0%B8%D1%86%D0%B0%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22540%22%20y%3D%22108%22%20width%3D%22100%22%20height%3D%2240%22%20as%3D%22geometry%22%20%2F%3E%0A%20%20%20%20%20%20%20%20%3C%2FmxCell%3E%0A%20%20%20%20%20%20%20%20%3CmxCell%20id%3D%22Q7DM5xbQnd2Qr1pP2FxP-90%22%20value%3D%22%22%20style%3D%22endArrow%3Dnone%3Bhtml%3D1%3Brounded%3D0%3BexitX%3D0.5%3BexitY%3D0%3BexitDx%3D0%3BexitDy%3D0%3BentryX%3D0.5%3BentryY%3D1%3BentryDx%3D0%3BentryDy%3D0%3BfontSize%3D12%3B%22%20parent%3D%221%22%20source%3D%22Q7DM5xbQnd2Qr1pP2FxP-84%22%20target%3D%22Q7DM5xbQnd2Qr1pP2FxP-89%22%20edge%3D%221%22%3E%0A%20%20%20%20%20%20%20%20%20%20%3CmxGeometry%20relative%3D%221%22%20as%3D%22geometry%22%3E%0A%20%20%20%20%20%20%20%20%20%20%20%20%3CmxPoint%20x%3D%22875%22%20y%3D%22304%22%20as%3D%22sourcePoint%22%20%2F%3E%0A%20%20%20%20%20%20%20%20%20%20%20%20%3CmxPoint%20x%3D%22800%22%20y%3D%22258%22%20as%3D%22targetPoint%22%20%2F%3E%0A%20%20%20%20%20%20%20%20%20%20%3C%2FmxGeometry%3E%0A%20%20%20%20%20%20%20%20%3C%2FmxCell%3E%0A%20%20%20%20%20%20%20%20%3CmxCell%20id%3D%22Q7DM5xbQnd2Qr1pP2FxP-91%22%20value%3D%22%D0%94%D0%BE%D0%BC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22610%22%20y%3D%2268%22%20width%3D%22100%22%20height%3D%2240%22%20as%3D%22geometry%22%20%2F%3E%0A%20%20%20%20%20%20%20%20%3C%2FmxCell%3E%0A%20%20%20%20%20%20%20%20%3CmxCell%20id%3D%22Q7DM5xbQnd2Qr1pP2FxP-92%22%20value%3D%22%22%20style%3D%22endArrow%3Dnone%3Bhtml%3D1%3Brounded%3D0%3BexitX%3D1%3BexitY%3D0%3BexitDx%3D0%3BexitDy%3D0%3BentryX%3D0.5%3BentryY%3D1%3BentryDx%3D0%3BentryDy%3D0%3BfontSize%3D12%3B%22%20parent%3D%221%22%20source%3D%22Q7DM5xbQnd2Qr1pP2FxP-84%22%20target%3D%22Q7DM5xbQnd2Qr1pP2FxP-91%22%20edge%3D%221%22%3E%0A%20%20%20%20%20%20%20%20%20%20%3CmxGeometry%20relative%3D%221%22%20as%3D%22geometry%22%3E%0A%20%20%20%20%20%20%20%20%20%20%20%20%3CmxPoint%20x%3D%22830%22%20y%3D%22198%22%20as%3D%22sourcePoint%22%20%2F%3E%0A%20%20%20%20%20%20%20%20%20%20%20%20%3CmxPoint%20x%3D%22755%22%20y%3D%22152%22%20as%3D%22targetPoint%22%20%2F%3E%0A%20%20%20%20%20%20%20%20%20%20%3C%2FmxGeometry%3E%0A%20%20%20%20%20%20%20%20%3C%2FmxCell%3E%0A%20%20%20%20%20%20%20%20%3CmxCell%20id%3D%22Q7DM5xbQnd2Qr1pP2FxP-93%22%20value%3D%22%D0%9A%D0%B2%D0%B0%D1%80%D1%82%D0%B8%D1%80%D0%B0%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22650%22%20y%3D%22108%22%20width%3D%22100%22%20height%3D%2240%22%20as%3D%22geometry%22%20%2F%3E%0A%20%20%20%20%20%20%20%20%3C%2FmxCell%3E%0A%20%20%20%20%20%20%20%20%3CmxCell%20id%3D%22Q7DM5xbQnd2Qr1pP2FxP-94%22%20value%3D%22%22%20style%3D%22endArrow%3Dnone%3Bhtml%3D1%3Brounded%3D0%3BexitX%3D1%3BexitY%3D0.5%3BexitDx%3D0%3BexitDy%3D0%3BentryX%3D0.5%3BentryY%3D1%3BentryDx%3D0%3BentryDy%3D0%3BfontSize%3D12%3B%22%20parent%3D%221%22%20source%3D%22Q7DM5xbQnd2Qr1pP2FxP-84%22%20target%3D%22Q7DM5xbQnd2Qr1pP2FxP-93%22%20edge%3D%221%22%3E%0A%20%20%20%20%20%20%20%20%20%20%3CmxGeometry%20relative%3D%221%22%20as%3D%22geometry%22%3E%0A%20%20%20%20%20%20%20%20%20%20%20%20%3CmxPoint%20x%3D%22915%22%20y%3D%22208%22%20as%3D%22sourcePoint%22%20%2F%3E%0A%20%20%20%20%20%20%20%20%20%20%20%20%3CmxPoint%20x%3D%22840%22%20y%3D%22162%22%20as%3D%22targetPoint%22%20%2F%3E%0A%20%20%20%20%20%20%20%20%20%20%3C%2FmxGeometry%3E%0A%20%20%20%20%20%20%20%20%3C%2FmxCell%3E%0A%20%20%20%20%20%20%20%20%3CmxCell%20id%3D%22Q7DM5xbQnd2Qr1pP2FxP-95%22%20value%3D%22%22%20style%3D%22endArrow%3Dnone%3Bhtml%3D1%3Brounded%3D0%3BfontFamily%3DHelvetica%3BfontSize%3D12%3BfontColor%3Ddefault%3BexitX%3D0.25%3BexitY%3D0%3BexitDx%3D0%3BexitDy%3D0%3BentryX%3D0.5%3BentryY%3D1%3BentryDx%3D0%3BentryDy%3D0%3B%22%20parent%3D%221%22%20source%3D%22vgwpWzRfeQ1CPUNyACvq-3%22%20target%3D%22Q7DM5xbQnd2Qr1pP2FxP-84%22%20edge%3D%221%22%3E%0A%20%20%20%20%20%20%20%20%20%20%3CmxGeometry%20relative%3D%221%22%20as%3D%22geometry%22%3E%0A%20%20%20%20%20%20%20%20%20%20%20%20%3CmxPoint%20x%3D%22750%22%20y%3D%22130%22%20as%3D%22sourcePoint%22%20%2F%3E%0A%20%20%20%20%20%20%20%20%20%20%20%20%3CmxPoint%20x%3D%22910%22%20y%3D%22130%22%20as%3D%22targetPoint%22%20%2F%3E%0A%20%20%20%20%20%20%20%20%20%20%3C%2FmxGeometry%3E%0A%20%20%20%20%20%20%20%20%3C%2FmxCell%3E%0A%20%20%20%20%20%20%20%20%3CmxCell%20id%3D%22Q7DM5xbQnd2Qr1pP2FxP-98%22%20value%3D%22%D0%9C%D0%BE%D0%B4%D0%B5%D0%BB%D1%8C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22630%22%20y%3D%22740%22%20width%3D%22100%22%20height%3D%2240%22%20as%3D%22geometry%22%20%2F%3E%0A%20%20%20%20%20%20%20%20%3C%2FmxCell%3E%0A%20%20%20%20%20%20%20%20%3CmxCell%20id%3D%22Q7DM5xbQnd2Qr1pP2FxP-99%22%20value%3D%22%22%20style%3D%22endArrow%3Dnone%3Bhtml%3D1%3Brounded%3D0%3BexitX%3D0.75%3BexitY%3D1%3BexitDx%3D0%3BexitDy%3D0%3BentryX%3D0.5%3BentryY%3D0%3BentryDx%3D0%3BentryDy%3D0%3BfontSize%3D10%3B%22%20parent%3D%221%22%20source%3D%22vgwpWzRfeQ1CPUNyACvq-2%22%20target%3D%22Q7DM5xbQnd2Qr1pP2FxP-98%22%20edge%3D%221%22%3E%0A%20%20%20%20%20%20%20%20%20%20%3CmxGeometry%20relative%3D%221%22%20as%3D%22geometry%22%3E%0A%20%20%20%20%20%20%20%20%20%20%20%20%3CmxPoint%20x%3D%221225%22%20y%3D%221076%22%20as%3D%22sourcePoint%22%20%2F%3E%0A%20%20%20%20%20%20%20%20%20%20%20%20%3CmxPoint%20x%3D%221150%22%20y%3D%221030%22%20as%3D%22targetPoint%22%20%2F%3E%0A%20%20%20%20%20%20%20%20%20%20%3C%2FmxGeometry%3E%0A%20%20%20%20%20%20%20%20%3C%2FmxCell%3E%0A%20%20%20%20%20%20%20%20%3CmxCell%20id%3D%22Q7DM5xbQnd2Qr1pP2FxP-100%22%20value%3D%22%26amp%3Bnbsp%3B%D0%90%D0%B4%D1%80%D0%B5%D1%81%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22980%22%20y%3D%22616.3600000000001%22%20width%3D%22100%22%20height%3D%2240%22%20as%3D%22geometry%22%20%2F%3E%0A%20%20%20%20%20%20%20%20%3C%2FmxCell%3E%0A%20%20%20%20%20%20%20%20%3CmxCell%20id%3D%22Q7DM5xbQnd2Qr1pP2FxP-101%22%20value%3D%22%D0%A1%D1%82%D1%80%D0%B0%D0%BD%D0%B0%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22950%22%20y%3D%22565.0000000000001%22%20width%3D%22100%22%20height%3D%2240%22%20as%3D%22geometry%22%20%2F%3E%0A%20%20%20%20%20%20%20%20%3C%2FmxCell%3E%0A%20%20%20%20%20%20%20%20%3CmxCell%20id%3D%22Q7DM5xbQnd2Qr1pP2FxP-102%22%20value%3D%22%22%20style%3D%22endArrow%3Dnone%3Bhtml%3D1%3Brounded%3D0%3BexitX%3D0%3BexitY%3D0%3BexitDx%3D0%3BexitDy%3D0%3BentryX%3D0.5%3BentryY%3D1%3BentryDx%3D0%3BentryDy%3D0%3BfontSize%3D12%3B%22%20parent%3D%221%22%20source%3D%22Q7DM5xbQnd2Qr1pP2FxP-100%22%20target%3D%22Q7DM5xbQnd2Qr1pP2FxP-101%22%20edge%3D%221%22%3E%0A%20%20%20%20%20%20%20%20%20%20%3CmxGeometry%20relative%3D%221%22%20as%3D%22geometry%22%3E%0A%20%20%20%20%20%20%20%20%20%20%20%20%3CmxPoint%20x%3D%221185%22%20y%3D%22565.6800000000001%22%20as%3D%22sourcePoint%22%20%2F%3E%0A%20%20%20%20%20%20%20%20%20%20%20%20%3CmxPoint%20x%3D%221015%22%20y%3D%22615.6800000000001%22%20as%3D%22targetPoint%22%20%2F%3E%0A%20%20%20%20%20%20%20%20%20%20%3C%2FmxGeometry%3E%0A%20%20%20%20%20%20%20%20%3C%2FmxCell%3E%0A%20%20%20%20%20%20%20%20%3CmxCell%20id%3D%22Q7DM5xbQnd2Qr1pP2FxP-103%22%20value%3D%22%D0%93%D0%BE%D1%80%D0%BE%D0%B4%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221050%22%20y%3D%22550.6800000000001%22%20width%3D%22100%22%20height%3D%2240%22%20as%3D%22geometry%22%20%2F%3E%0A%20%20%20%20%20%20%20%20%3C%2FmxCell%3E%0A%20%20%20%20%20%20%20%20%3CmxCell%20id%3D%22Q7DM5xbQnd2Qr1pP2FxP-104%22%20value%3D%22%22%20style%3D%22endArrow%3Dnone%3Bhtml%3D1%3Brounded%3D0%3BexitX%3D1%3BexitY%3D0%3BexitDx%3D0%3BexitDy%3D0%3BentryX%3D0.5%3BentryY%3D1%3BentryDx%3D0%3BentryDy%3D0%3BfontSize%3D12%3B%22%20parent%3D%221%22%20source%3D%22Q7DM5xbQnd2Qr1pP2FxP-100%22%20target%3D%22Q7DM5xbQnd2Qr1pP2FxP-103%22%20edge%3D%221%22%3E%0A%20%20%20%20%20%20%20%20%20%20%3CmxGeometry%20relative%3D%221%22%20as%3D%22geometry%22%3E%0A%20%20%20%20%20%20%20%20%20%20%20%20%3CmxPoint%20x%3D%221320%22%20y%3D%22681.6800000000001%22%20as%3D%22sourcePoint%22%20%2F%3E%0A%20%20%20%20%20%20%20%20%20%20%20%20%3CmxPoint%20x%3D%221245%22%20y%3D%22635.6800000000001%22%20as%3D%22targetPoint%22%20%2F%3E%0A%20%20%20%20%20%20%20%20%20%20%3C%2FmxGeometry%3E%0A%20%20%20%20%20%20%20%20%3C%2FmxCell%3E%0A%20%20%20%20%20%20%20%20%3CmxCell%20id%3D%22Q7DM5xbQnd2Qr1pP2FxP-105%22%20value%3D%22%D0%A3%D0%BB%D0%B8%D1%86%D0%B0%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221060%22%20y%3D%22660.0000000000001%22%20width%3D%22100%22%20height%3D%2240%22%20as%3D%22geometry%22%20%2F%3E%0A%20%20%20%20%20%20%20%20%3C%2FmxCell%3E%0A%20%20%20%20%20%20%20%20%3CmxCell%20id%3D%22Q7DM5xbQnd2Qr1pP2FxP-106%22%20value%3D%22%22%20style%3D%22endArrow%3Dnone%3Bhtml%3D1%3Brounded%3D0%3BexitX%3D1%3BexitY%3D1%3BexitDx%3D0%3BexitDy%3D0%3BentryX%3D0%3BentryY%3D0%3BentryDx%3D0%3BentryDy%3D0%3BfontSize%3D12%3B%22%20parent%3D%221%22%20source%3D%22Q7DM5xbQnd2Qr1pP2FxP-100%22%20target%3D%22Q7DM5xbQnd2Qr1pP2FxP-105%22%20edge%3D%221%22%3E%0A%20%20%20%20%20%20%20%20%20%20%3CmxGeometry%20relative%3D%221%22%20as%3D%22geometry%22%3E%0A%20%20%20%20%20%20%20%20%20%20%20%20%3CmxPoint%20x%3D%221430%22%20y%3D%22721.6800000000001%22%20as%3D%22sourcePoint%22%20%2F%3E%0A%20%20%20%20%20%20%20%20%20%20%20%20%3CmxPoint%20x%3D%221355%22%20y%3D%22675.6800000000001%22%20as%3D%22targetPoint%22%20%2F%3E%0A%20%20%20%20%20%20%20%20%20%20%3C%2FmxGeometry%3E%0A%20%20%20%20%20%20%20%20%3C%2FmxCell%3E%0A%20%20%20%20%20%20%20%20%3CmxCell%20id%3D%22Q7DM5xbQnd2Qr1pP2FxP-107%22%20value%3D%22%D0%94%D0%BE%D0%BC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221000%22%20y%3D%22720%22%20width%3D%22100%22%20height%3D%2240%22%20as%3D%22geometry%22%20%2F%3E%0A%20%20%20%20%20%20%20%20%3C%2FmxCell%3E%0A%20%20%20%20%20%20%20%20%3CmxCell%20id%3D%22Q7DM5xbQnd2Qr1pP2FxP-108%22%20value%3D%22%22%20style%3D%22endArrow%3Dnone%3Bhtml%3D1%3Brounded%3D0%3BexitX%3D0.5%3BexitY%3D1%3BexitDx%3D0%3BexitDy%3D0%3BentryX%3D0.5%3BentryY%3D0%3BentryDx%3D0%3BentryDy%3D0%3BfontSize%3D12%3B%22%20parent%3D%221%22%20source%3D%22Q7DM5xbQnd2Qr1pP2FxP-100%22%20target%3D%22Q7DM5xbQnd2Qr1pP2FxP-107%22%20edge%3D%221%22%3E%0A%20%20%20%20%20%20%20%20%20%20%3CmxGeometry%20relative%3D%221%22%20as%3D%22geometry%22%3E%0A%20%20%20%20%20%20%20%20%20%20%20%20%3CmxPoint%20x%3D%221385%22%20y%3D%22615.6800000000001%22%20as%3D%22sourcePoint%22%20%2F%3E%0A%20%20%20%20%20%20%20%20%20%20%20%20%3CmxPoint%20x%3D%221310%22%20y%3D%22569.6800000000001%22%20as%3D%22targetPoint%22%20%2F%3E%0A%20%20%20%20%20%20%20%20%20%20%3C%2FmxGeometry%3E%0A%20%20%20%20%20%20%20%20%3C%2FmxCell%3E%0A%20%20%20%20%20%20%20%20%3CmxCell%20id%3D%22Q7DM5xbQnd2Qr1pP2FxP-109%22%20value%3D%22%D0%9A%D0%B2%D0%B0%D1%80%D1%82%D0%B8%D1%80%D0%B0%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22935%22%20y%3D%22670.0000000000001%22%20width%3D%22100%22%20height%3D%2240%22%20as%3D%22geometry%22%20%2F%3E%0A%20%20%20%20%20%20%20%20%3C%2FmxCell%3E%0A%20%20%20%20%20%20%20%20%3CmxCell%20id%3D%22Q7DM5xbQnd2Qr1pP2FxP-110%22%20value%3D%22%22%20style%3D%22endArrow%3Dnone%3Bhtml%3D1%3Brounded%3D0%3BexitX%3D0%3BexitY%3D1%3BexitDx%3D0%3BexitDy%3D0%3BentryX%3D0.5%3BentryY%3D0%3BentryDx%3D0%3BentryDy%3D0%3BfontSize%3D12%3B%22%20parent%3D%221%22%20source%3D%22Q7DM5xbQnd2Qr1pP2FxP-100%22%20target%3D%22Q7DM5xbQnd2Qr1pP2FxP-109%22%20edge%3D%221%22%3E%0A%20%20%20%20%20%20%20%20%20%20%3CmxGeometry%20relative%3D%221%22%20as%3D%22geometry%22%3E%0A%20%20%20%20%20%20%20%20%20%20%20%20%3CmxPoint%20x%3D%221470%22%20y%3D%22625.6800000000001%22%20as%3D%22sourcePoint%22%20%2F%3E%0A%20%20%20%20%20%20%20%20%20%20%20%20%3CmxPoint%20x%3D%221395%22%20y%3D%22579.6800000000001%22%20as%3D%22targetPoint%22%20%2F%3E%0A%20%20%20%20%20%20%20%20%20%20%3C%2FmxGeometry%3E%0A%20%20%20%20%20%20%20%20%3C%2FmxCell%3E%0A%20%20%20%20%20%20%20%20%3CmxCell%20id%3D%22Q7DM5xbQnd2Qr1pP2FxP-112%22%20value%3D%22%22%20style%3D%22endArrow%3Dnone%3Bhtml%3D1%3Brounded%3D0%3BfontFamily%3DHelvetica%3BfontSize%3D12%3BfontColor%3Ddefault%3BexitX%3D1%3BexitY%3D0.5%3BexitDx%3D0%3BexitDy%3D0%3BentryX%3D0%3BentryY%3D0.5%3BentryDx%3D0%3BentryDy%3D0%3B%22%20parent%3D%221%22%20source%3D%22Q7DM5xbQnd2Qr1pP2FxP-15%22%20target%3D%22Q7DM5xbQnd2Qr1pP2FxP-100%22%20edge%3D%221%22%3E%0A%20%20%20%20%20%20%20%20%20%20%3CmxGeometry%20relative%3D%221%22%20as%3D%22geometry%22%3E%0A%20%20%20%20%20%20%20%20%20%20%20%20%3CmxPoint%20x%3D%221530%22%20y%3D%22590%22%20as%3D%22sourcePoint%22%20%2F%3E%0A%20%20%20%20%20%20%20%20%20%20%20%20%3CmxPoint%20x%3D%221690%22%20y%3D%22590%22%20as%3D%22targetPoint%22%20%2F%3E%0A%20%20%20%20%20%20%20%20%20%20%3C%2FmxGeometry%3E%0A%20%20%20%20%20%20%20%20%3C%2FmxCell%3E%0A%20%20%20%20%20%20%20%20%3CmxCell%20id%3D%22Q7DM5xbQnd2Qr1pP2FxP-113%22%20value%3D%22%D0%97%D0%B0%D1%80%D0%BF%D0%BB%D0%B0%D1%82%D0%B0%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22590%22%20y%3D%22465%22%20width%3D%22100%22%20height%3D%2240%22%20as%3D%22geometry%22%20%2F%3E%0A%20%20%20%20%20%20%20%20%3C%2FmxCell%3E%0A%20%20%20%20%20%20%20%20%3CmxCell%20id%3D%22Q7DM5xbQnd2Qr1pP2FxP-114%22%20value%3D%22%22%20style%3D%22endArrow%3Dnone%3Bhtml%3D1%3Brounded%3D0%3BfontFamily%3DHelvetica%3BfontSize%3D12%3BfontColor%3Ddefault%3BexitX%3D0%3BexitY%3D1%3BexitDx%3D0%3BexitDy%3D0%3BentryX%3D1%3BentryY%3D0.5%3BentryDx%3D0%3BentryDy%3D0%3B%22%20parent%3D%221%22%20source%3D%22vgwpWzRfeQ1CPUNyACvq-25%22%20target%3D%22Q7DM5xbQnd2Qr1pP2FxP-113%22%20edge%3D%221%22%3E%0A%20%20%20%20%20%20%20%20%20%20%3CmxGeometry%20relative%3D%221%22%20as%3D%22geometry%22%3E%0A%20%20%20%20%20%20%20%20%20%20%20%20%3CmxPoint%20x%3D%22300%22%20y%3D%22680%22%20as%3D%22sourcePoint%22%20%2F%3E%0A%20%20%20%20%20%20%20%20%20%20%20%20%3CmxPoint%20x%3D%22460%22%20y%3D%22680%22%20as%3D%22targetPoint%22%20%2F%3E%0A%20%20%20%20%20%20%20%20%20%20%3C%2FmxGeometry%3E%0A%20%20%20%20%20%20%20%20%3C%2FmxCell%3E%0A%20%20%20%20%20%20%20%20%3CmxCell%20id%3D%22Q7DM5xbQnd2Qr1pP2FxP-115%22%20value%3D%22%D0%94%D0%B0%D1%82%D0%B0%20%D0%BD%D0%B0%D1%87%D0%B0%D0%BB%D0%B0%20%D0%BA%D0%BE%D0%BD%D1%82%D1%80%D0%B0%D0%BA%D1%82%D0%B0%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22530%22%20y%3D%22425%22%20width%3D%22100%22%20height%3D%2240%22%20as%3D%22geometry%22%20%2F%3E%0A%20%20%20%20%20%20%20%20%3C%2FmxCell%3E%0A%20%20%20%20%20%20%20%20%3CmxCell%20id%3D%22Q7DM5xbQnd2Qr1pP2FxP-116%22%20value%3D%22%D0%94%D0%B0%D1%82%D0%B0%20%D0%BE%D0%BA%D0%BE%D0%BD%D1%87%D0%B0%D0%BD%D0%B8%D1%8F%20%D0%BA%D0%BE%D0%BD%D1%82%D1%80%D0%B0%D0%BA%D1%82%D0%B0%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22600%22%20y%3D%22375%22%20width%3D%22100%22%20height%3D%2250%22%20as%3D%22geometry%22%20%2F%3E%0A%20%20%20%20%20%20%20%20%3C%2FmxCell%3E%0A%20%20%20%20%20%20%20%20%3CmxCell%20id%3D%22Q7DM5xbQnd2Qr1pP2FxP-117%22%20value%3D%22%22%20style%3D%22endArrow%3Dnone%3Bhtml%3D1%3Brounded%3D0%3BfontFamily%3DHelvetica%3BfontSize%3D12%3BfontColor%3Ddefault%3BexitX%3D1%3BexitY%3D0.5%3BexitDx%3D0%3BexitDy%3D0%3BentryX%3D0%3BentryY%3D0.5%3BentryDx%3D0%3BentryDy%3D0%3B%22%20parent%3D%221%22%20source%3D%22Q7DM5xbQnd2Qr1pP2FxP-115%22%20target%3D%22vgwpWzRfeQ1CPUNyACvq-25%22%20edge%3D%221%22%3E%0A%20%20%20%20%20%20%20%20%20%20%3CmxGeometry%20relative%3D%221%22%20as%3D%22geometry%22%3E%0A%20%20%20%20%20%20%20%20%20%20%20%20%3CmxPoint%20x%3D%22660%22%20y%3D%22560%22%20as%3D%22sourcePoint%22%20%2F%3E%0A%20%20%20%20%20%20%20%20%20%20%20%20%3CmxPoint%20x%3D%22820%22%20y%3D%22560%22%20as%3D%22targetPoint%22%20%2F%3E%0A%20%20%20%20%20%20%20%20%20%20%3C%2FmxGeometry%3E%0A%20%20%20%20%20%20%20%20%3C%2FmxCell%3E%0A%20%20%20%20%20%20%20%20%3CmxCell%20id%3D%22Q7DM5xbQnd2Qr1pP2FxP-118%22%20value%3D%22%22%20style%3D%22endArrow%3Dnone%3Bhtml%3D1%3Brounded%3D0%3BfontFamily%3DHelvetica%3BfontSize%3D12%3BfontColor%3Ddefault%3BexitX%3D1%3BexitY%3D1%3BexitDx%3D0%3BexitDy%3D0%3BentryX%3D0%3BentryY%3D0%3BentryDx%3D0%3BentryDy%3D0%3B%22%20parent%3D%221%22%20source%3D%22Q7DM5xbQnd2Qr1pP2FxP-116%22%20target%3D%22vgwpWzRfeQ1CPUNyACvq-25%22%20edge%3D%221%22%3E%0A%20%20%20%20%20%20%20%20%20%20%3CmxGeometry%20relative%3D%221%22%20as%3D%22geometry%22%3E%0A%20%20%20%20%20%20%20%20%20%20%20%20%3CmxPoint%20x%3D%22880%22%20y%3D%22560%22%20as%3D%22sourcePoint%22%20%2F%3E%0A%20%20%20%20%20%20%20%20%20%20%20%20%3CmxPoint%20x%3D%22900%22%20y%3D%22530%22%20as%3D%22targetPoint%22%20%2F%3E%0A%20%20%20%20%20%20%20%20%20%20%3C%2FmxGeometry%3E%0A%20%20%20%20%20%20%20%20%3C%2FmxCell%3E%0A%20%20%20%20%20%20%20%20%3CmxCell%20id%3D%22Q7DM5xbQnd2Qr1pP2FxP-119%22%20value%3D%22%D0%94%D0%B0%D1%82%D0%B0%20%D0%BE%D0%B1%D1%80%D0%B0%D1%89%D0%B5%D0%BD%D0%B8%D1%8F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22382.5%22%20y%3D%22300%22%20width%3D%22100%22%20height%3D%2240%22%20as%3D%22geometry%22%20%2F%3E%0A%20%20%20%20%20%20%20%20%3C%2FmxCell%3E%0A%20%20%20%20%20%20%20%20%3CmxCell%20id%3D%22Q7DM5xbQnd2Qr1pP2FxP-120%22%20value%3D%22%22%20style%3D%22endArrow%3Dnone%3Bhtml%3D1%3Brounded%3D0%3BfontFamily%3DHelvetica%3BfontSize%3D12%3BfontColor%3Ddefault%3BexitX%3D1%3BexitY%3D1%3BexitDx%3D0%3BexitDy%3D0%3BentryX%3D0%3BentryY%3D0%3BentryDx%3D0%3BentryDy%3D0%3B%22%20parent%3D%221%22%20source%3D%22Q7DM5xbQnd2Qr1pP2FxP-119%22%20target%3D%22vgwpWzRfeQ1CPUNyACvq-34%22%20edge%3D%221%22%3E%0A%20%20%20%20%20%20%20%20%20%20%3CmxGeometry%20relative%3D%221%22%20as%3D%22geometry%22%3E%0A%20%20%20%20%20%20%20%20%20%20%20%20%3CmxPoint%20x%3D%22430%22%20y%3D%22470%22%20as%3D%22sourcePoint%22%20%2F%3E%0A%20%20%20%20%20%20%20%20%20%20%20%20%3CmxPoint%20x%3D%22590%22%20y%3D%22470%22%20as%3D%22targetPoint%22%20%2F%3E%0A%20%20%20%20%20%20%20%20%20%20%3C%2FmxGeometry%3E%0A%20%20%20%20%20%20%20%20%3C%2FmxCell%3E%0A%20%20%20%20%20%20%20%20%3CmxCell%20id%3D%22Q7DM5xbQnd2Qr1pP2FxP-122%22%20value%3D%22%22%20style%3D%22shape%3Dlink%3Bhtml%3D1%3Brounded%3D0%3BfontFamily%3DHelvetica%3BfontSize%3D12%3BfontColor%3Ddefault%3BentryX%3D0.25%3BentryY%3D0%3BentryDx%3D0%3BentryDy%3D0%3BexitX%3D1%3BexitY%3D0.5%3BexitDx%3D0%3BexitDy%3D0%3BedgeStyle%3DorthogonalEdgeStyle%3B%22%20parent%3D%221%22%20source%3D%22vgwpWzRfeQ1CPUNyACvq-34%22%20target%3D%22vgwpWzRfeQ1CPUNyACvq-2%22%20edge%3D%221%22%3E%0A%20%20%20%20%20%20%20%20%20%20%3CmxGeometry%20relative%3D%221%22%20as%3D%22geometry%22%3E%0A%20%20%20%20%20%20%20%20%20%20%20%20%3CmxPoint%20x%3D%22850%22%20y%3D%22530%22%20as%3D%22sourcePoint%22%20%2F%3E%0A%20%20%20%20%20%20%20%20%20%20%20%20%3CmxPoint%20x%3D%221010%22%20y%3D%22530%22%20as%3D%22targetPoint%22%20%2F%3E%0A%20%20%20%20%20%20%20%20%20%20%20%20%3CArray%20as%3D%22points%22%3E%0A%20%20%20%20%20%20%20%20%20%20%20%20%20%20%3CmxPoint%20x%3D%22800%22%20y%3D%22360%22%20%2F%3E%0A%20%20%20%20%20%20%20%20%20%20%20%20%20%20%3CmxPoint%20x%3D%22800%22%20y%3D%22540%22%20%2F%3E%0A%20%20%20%20%20%20%20%20%20%20%20%20%20%20%3CmxPoint%20x%3D%22655%22%20y%3D%22540%22%20%2F%3E%0A%20%20%20%20%20%20%20%20%20%20%20%20%3C%2FArray%3E%0A%20%20%20%20%20%20%20%20%20%20%3C%2FmxGeometry%3E%0A%20%20%20%20%20%20%20%20%3C%2FmxCell%3E%0A%20%20%20%20%20%20%20%20%3CmxCell%20id%3D%22Q7DM5xbQnd2Qr1pP2FxP-123%22%20value%3D%22N%22%20style%3D%22resizable%3D0%3Bhtml%3D1%3BwhiteSpace%3Dwrap%3Balign%3Dright%3BverticalAlign%3Dbottom%3BstrokeColor%3Ddefault%3BfontFamily%3DHelvetica%3BfontSize%3D12%3BfontColor%3Ddefault%3BfillColor%3Ddefault%3B%22%20parent%3D%22Q7DM5xbQnd2Qr1pP2FxP-122%22%20connectable%3D%220%22%20vertex%3D%221%22%3E%0A%20%20%20%20%20%20%20%20%20%20%3CmxGeometry%20x%3D%221%22%20relative%3D%221%22%20as%3D%22geometry%22%3E%0A%20%20%20%20%20%20%20%20%20%20%20%20%3CmxPoint%20x%3D%2215%22%20as%3D%22offset%22%20%2F%3E%0A%20%20%20%20%20%20%20%20%20%20%3C%2FmxGeometry%3E%0A%20%20%20%20%20%20%20%20%3C%2FmxCell%3E%0A%20%20%20%20%20%20%20%20%3CmxCell%20id%3D%22Q7DM5xbQnd2Qr1pP2FxP-48%22%20value%3D%22%22%20style%3D%22endArrow%3Dnone%3Bhtml%3D1%3Brounded%3D0%3BexitX%3D1%3BexitY%3D0.5%3BexitDx%3D0%3BexitDy%3D0%3BentryX%3D0%3BentryY%3D0.5%3BentryDx%3D0%3BentryDy%3D0%3BfontSize%3D12%3B%22%20parent%3D%221%22%20source%3D%22vgwpWzRfeQ1CPUNyACvq-4%22%20target%3D%22Q7DM5xbQnd2Qr1pP2FxP-47%22%20edge%3D%221%22%3E%0A%20%20%20%20%20%20%20%20%20%20%3CmxGeometry%20relative%3D%221%22%20as%3D%22geometry%22%3E%0A%20%20%20%20%20%20%20%20%20%20%20%20%3CmxPoint%20x%3D%22390%22%20y%3D%22310%22%20as%3D%22sourcePoint%22%20%2F%3E%0A%20%20%20%20%20%20%20%20%20%20%20%20%3CmxPoint%20x%3D%22390%22%20y%3D%22340%22%20as%3D%22targetPoint%22%20%2F%3E%0A%20%20%20%20%20%20%20%20%20%20%3C%2FmxGeometry%3E%0A%20%20%20%20%20%20%20%20%3C%2FmxCell%3E%0A%20%20%20%20%20%20%20%20%3CmxCell%20id%3D%22Q7DM5xbQnd2Qr1pP2FxP-129%22%20value%3D%22%22%20style%3D%22verticalLabelPosition%3Dbottom%3BverticalAlign%3Dtop%3Bhtml%3D1%3Bshape%3Dmxgraph.basic.arc%3BstartAngle%3D0.4568774694534604%3BendAngle%3D0.9655349485349979%3BstrokeColor%3Ddefault%3Balign%3Dcenter%3BfontFamily%3DHelvetica%3BfontSize%3D12%3BfontColor%3Ddefault%3BfillColor%3Ddefault%3B%22%20parent%3D%221%22%20vertex%3D%221%22%3E%0A%20%20%20%20%20%20%20%20%20%20%3CmxGeometry%20x%3D%22275%22%20y%3D%22373.75%22%20width%3D%2212.5%22%20height%3D%2212.5%22%20as%3D%22geometry%22%20%2F%3E%0A%20%20%20%20%20%20%20%20%3C%2FmxCell%3E%0A%20%20%20%20%20%20%3C%2Froot%3E%0A%20%20%20%20%3C%2FmxGraphModel%3E%0A%20%20%3C%2Fdiagram%3E%0A%20%20%3Cdiagram%20id%3D%22ADGpOmwDz9SYkAEnFd1X%22%20name%3D%22Page-2%22%3E%0A%20%20%20%20%3CmxGraphModel%20dx%3D%221426%22%20dy%3D%2214%22%20grid%3D%221%22%20gridSize%3D%2210%22%20guides%3D%221%22%20tooltips%3D%221%22%20connect%3D%221%22%20arrows%3D%221%22%20fold%3D%221%22%20page%3D%221%22%20pageScale%3D%221%22%20pageWidth%3D%221169%22%20pageHeight%3D%22827%22%20math%3D%220%22%20shadow%3D%220%22%3E%0A%20%20%20%20%20%20%3Croot%3E%0A%20%20%20%20%20%20%20%20%3CmxCell%20id%3D%220%22%20%2F%3E%0A%20%20%20%20%20%20%20%20%3CmxCell%20id%3D%221%22%20parent%3D%220%22%20%2F%3E%0A%20%20%20%20%20%20%20%20%3CmxCell%20id%3D%22EbJOJEtTGNbocEegslOq-1%22%20value%3D%22Client%22%20style%3D%22whiteSpace%3Dwrap%3Bhtml%3D1%3Balign%3Dcenter%3BfontSize%3D12%3Brounded%3D0%3B%22%20parent%3D%221%22%20vertex%3D%221%22%3E%0A%20%20%20%20%20%20%20%20%20%20%3CmxGeometry%20x%3D%22190%22%20y%3D%221284%22%20width%3D%22100%22%20height%3D%2240%22%20as%3D%22geometry%22%20%2F%3E%0A%20%20%20%20%20%20%20%20%3C%2FmxCell%3E%0A%20%20%20%20%20%20%20%20%3CmxCell%20id%3D%22EbJOJEtTGNbocEegslOq-2%22%20value%3D%22Vehicle%22%20style%3D%22whiteSpace%3Dwrap%3Bhtml%3D1%3Balign%3Dcenter%3BfontSize%3D12%3Brounded%3D0%3B%22%20parent%3D%221%22%20vertex%3D%221%22%3E%0A%20%20%20%20%20%20%20%20%20%20%3CmxGeometry%20x%3D%22630%22%20y%3D%221468%22%20width%3D%22100%22%20height%3D%2236%22%20as%3D%22geometry%22%20%2F%3E%0A%20%20%20%20%20%20%20%20%3C%2FmxCell%3E%0A%20%20%20%20%20%20%20%20%3CmxCell%20id%3D%22EbJOJEtTGNbocEegslOq-3%22%20value%3D%22Auto%20repair%20shop%22%20style%3D%22whiteSpace%3Dwrap%3Bhtml%3D1%3Balign%3Dcenter%3BfontSize%3D12%3Brounded%3D0%3B%22%20parent%3D%221%22%20vertex%3D%221%22%3E%0A%20%20%20%20%20%20%20%20%20%20%3CmxGeometry%20x%3D%22630%22%20y%3D%221084%22%20width%3D%22100%22%20height%3D%2240%22%20as%3D%22geometry%22%20%2F%3E%0A%20%20%20%20%20%20%20%20%3C%2FmxCell%3E%0A%20%20%20%20%20%20%20%20%3CmxCell%20id%3D%22EbJOJEtTGNbocEegslOq-4%22%20value%3D%22%26lt%3Bfont%26gt%3BPerson%26lt%3B%2Ffont%26gt%3B%22%20style%3D%22whiteSpace%3Dwrap%3Bhtml%3D1%3Balign%3Dcenter%3BfontSize%3D12%3Brounded%3D0%3B%22%20parent%3D%221%22%20vertex%3D%221%22%3E%0A%20%20%20%20%20%20%20%20%20%20%3CmxGeometry%20x%3D%22100%22%20y%3D%221219%22%20width%3D%22100%22%20height%3D%2240%22%20as%3D%22geometry%22%20%2F%3E%0A%20%20%20%20%20%20%20%20%3C%2FmxCell%3E%0A%20%20%20%20%20%20%20%20%3CmxCell%20id%3D%22EbJOJEtTGNbocEegslOq-5%22%20value%3D%22Employee%22%20style%3D%22whiteSpace%3Dwrap%3Bhtml%3D1%3Balign%3Dcenter%3BfontSize%3D12%3Brounded%3D0%3B%22%20parent%3D%221%22%20vertex%3D%221%22%3E%0A%20%20%20%20%20%20%20%20%20%20%3CmxGeometry%20x%3D%22440%22%20y%3D%221339.68%22%20width%3D%22100%22%20height%3D%2240%22%20as%3D%22geometry%22%20%2F%3E%0A%20%20%20%20%20%20%20%20%3C%2FmxCell%3E%0A%20%20%20%20%20%20%20%20%3CmxCell%20id%3D%22EbJOJEtTGNbocEegslOq-6%22%20value%3D%22Mechanic%22%20style%3D%22whiteSpace%3Dwrap%3Bhtml%3D1%3Balign%3Dcenter%3BfontSize%3D12%3Brounded%3D0%3B%22%20parent%3D%221%22%20vertex%3D%221%22%3E%0A%20%20%20%20%20%20%20%20%20%20%3CmxGeometry%20x%3D%22275%22%20y%3D%221418%22%20width%3D%22100%22%20height%3D%2240%22%20as%3D%22geometry%22%20%2F%3E%0A%20%20%20%20%20%20%20%20%3C%2FmxCell%3E%0A%20%20%20%20%20%20%20%20%3CmxCell%20id%3D%22EbJOJEtTGNbocEegslOq-7%22%20value%3D%22Manager%22%20style%3D%22whiteSpace%3Dwrap%3Bhtml%3D1%3Balign%3Dcenter%3BfontSize%3D12%3Brounded%3D0%3B%22%20parent%3D%221%22%20vertex%3D%221%22%3E%0A%20%20%20%20%20%20%20%20%20%20%3CmxGeometry%20x%3D%22275%22%20y%3D%221364%22%20width%3D%22100%22%20height%3D%2240%22%20as%3D%22geometry%22%20%2F%3E%0A%20%20%20%20%20%20%20%20%3C%2FmxCell%3E%0A%20%20%20%20%20%20%20%20%3CmxCell%20id%3D%22EbJOJEtTGNbocEegslOq-8%22%20value%3D%22%22%20style%3D%22endArrow%3Dnone%3Bhtml%3D1%3Brounded%3D0%3BexitX%3D0.5%3BexitY%3D1%3BexitDx%3D0%3BexitDy%3D0%3BentryX%3D0.5%3BentryY%3D0%3BentryDx%3D0%3BentryDy%3D0%3BfontSize%3D12%3B%22%20parent%3D%221%22%20source%3D%22EbJOJEtTGNbocEegslOq-79%22%20target%3D%22EbJOJEtTGNbocEegslOq-1%22%20edge%3D%221%22%3E%0A%20%20%20%20%20%20%20%20%20%20%3CmxGeometry%20relative%3D%221%22%20as%3D%22geometry%22%3E%0A%20%20%20%20%20%20%20%20%20%20%20%20%3CmxPoint%20x%3D%22480%22%20y%3D%221574%22%20as%3D%22sourcePoint%22%20%2F%3E%0A%20%20%20%20%20%20%20%20%20%20%20%20%3CmxPoint%20x%3D%22640%22%20y%3D%221574%22%20as%3D%22targetPoint%22%20%2F%3E%0A%20%20%20%20%20%20%20%20%20%20%3C%2FmxGeometry%3E%0A%20%20%20%20%20%20%20%20%3C%2FmxCell%3E%0A%20%20%20%20%20%20%20%20%3CmxCell%20id%3D%22EbJOJEtTGNbocEegslOq-9%22%20value%3D%22%22%20style%3D%22endArrow%3Dnone%3Bhtml%3D1%3Brounded%3D0%3BexitX%3D0.5%3BexitY%3D1%3BexitDx%3D0%3BexitDy%3D0%3BentryX%3D0.5%3BentryY%3D0%3BentryDx%3D0%3BentryDy%3D0%3BfontSize%3D12%3B%22%20parent%3D%221%22%20source%3D%22EbJOJEtTGNbocEegslOq-79%22%20target%3D%22EbJOJEtTGNbocEegslOq-5%22%20edge%3D%221%22%3E%0A%20%20%20%20%20%20%20%20%20%20%3CmxGeometry%20relative%3D%221%22%20as%3D%22geometry%22%3E%0A%20%20%20%20%20%20%20%20%20%20%20%20%3CmxPoint%20x%3D%22550%22%20y%3D%221294%22%20as%3D%22sourcePoint%22%20%2F%3E%0A%20%20%20%20%20%20%20%20%20%20%20%20%3CmxPoint%20x%3D%22710%22%20y%3D%221294%22%20as%3D%22targetPoint%22%20%2F%3E%0A%20%20%20%20%20%20%20%20%20%20%3C%2FmxGeometry%3E%0A%20%20%20%20%20%20%20%20%3C%2FmxCell%3E%0A%20%20%20%20%20%20%20%20%3CmxCell%20id%3D%22EbJOJEtTGNbocEegslOq-10%22%20value%3D%22%26lt%3Bfont%20style%3D%26quot%3B%26quot%3B%26gt%3B%26lt%3Bb%26gt%3BID%26lt%3B%2Fb%26gt%3B%26lt%3B%2Ffont%26gt%3B%22%20style%3D%22ellipse%3BwhiteSpace%3Dwrap%3Bhtml%3D1%3Balign%3Dcenter%3BfontStyle%3D4%3BfontSize%3D12%3Brounded%3D0%3B%22%20parent%3D%221%22%20vertex%3D%221%22%3E%0A%20%20%20%20%20%20%20%20%20%20%3CmxGeometry%20x%3D%2290%22%20y%3D%221349%22%20width%3D%22100%22%20height%3D%2240%22%20as%3D%22geometry%22%20%2F%3E%0A%20%20%20%20%20%20%20%20%3C%2FmxCell%3E%0A%20%20%20%20%20%20%20%20%3CmxCell%20id%3D%22EbJOJEtTGNbocEegslOq-11%22%20value%3D%22%22%20style%3D%22endArrow%3Dnone%3Bhtml%3D1%3Brounded%3D0%3BexitX%3D0.5%3BexitY%3D0%3BexitDx%3D0%3BexitDy%3D0%3BentryX%3D0.5%3BentryY%3D1%3BentryDx%3D0%3BentryDy%3D0%3BfontSize%3D12%3B%22%20parent%3D%221%22%20source%3D%22EbJOJEtTGNbocEegslOq-10%22%20target%3D%22EbJOJEtTGNbocEegslOq-4%22%20edge%3D%221%22%3E%0A%20%20%20%20%20%20%20%20%20%20%3CmxGeometry%20relative%3D%221%22%20as%3D%22geometry%22%3E%0A%20%20%20%20%20%20%20%20%20%20%20%20%3CmxPoint%20x%3D%22410%22%20y%3D%221074%22%20as%3D%22sourcePoint%22%20%2F%3E%0A%20%20%20%20%20%20%20%20%20%20%20%20%3CmxPoint%20x%3D%22570%22%20y%3D%221074%22%20as%3D%22targetPoint%22%20%2F%3E%0A%20%20%20%20%20%20%20%20%20%20%3C%2FmxGeometry%3E%0A%20%20%20%20%20%20%20%20%3C%2FmxCell%3E%0A%20%20%20%20%20%20%20%20%3CmxCell%20id%3D%22EbJOJEtTGNbocEegslOq-12%22%20value%3D%22%26lt%3Bb%26gt%3B%26lt%3Bfont%26gt%3BName%26lt%3B%2Ffont%26gt%3B%26lt%3B%2Fb%26gt%3B%22%20style%3D%22ellipse%3BwhiteSpace%3Dwrap%3Bhtml%3D1%3Balign%3Dcenter%3BfontStyle%3D4%3BfontSize%3D12%3Brounded%3D0%3B%22%20parent%3D%221%22%20vertex%3D%221%22%3E%0A%20%20%20%20%20%20%20%20%20%20%3CmxGeometry%20x%3D%22630%22%20y%3D%221154%22%20width%3D%22100%22%20height%3D%2240%22%20as%3D%22geometry%22%20%2F%3E%0A%20%20%20%20%20%20%20%20%3C%2FmxCell%3E%0A%20%20%20%20%20%20%20%20%3CmxCell%20id%3D%22EbJOJEtTGNbocEegslOq-13%22%20value%3D%22%22%20style%3D%22endArrow%3Dnone%3Bhtml%3D1%3Brounded%3D0%3BentryX%3D0.5%3BentryY%3D0%3BentryDx%3D0%3BentryDy%3D0%3BfontSize%3D12%3BexitX%3D0.5%3BexitY%3D1%3BexitDx%3D0%3BexitDy%3D0%3B%22%20parent%3D%221%22%20source%3D%22EbJOJEtTGNbocEegslOq-3%22%20target%3D%22EbJOJEtTGNbocEegslOq-12%22%20edge%3D%221%22%3E%0A%20%20%20%20%20%20%20%20%20%20%3CmxGeometry%20relative%3D%221%22%20as%3D%22geometry%22%3E%0A%20%20%20%20%20%20%20%20%20%20%20%20%3CmxPoint%20x%3D%22690%22%20y%3D%221144%22%20as%3D%22sourcePoint%22%20%2F%3E%0A%20%20%20%20%20%20%20%20%20%20%20%20%3CmxPoint%20x%3D%22840%22%20y%3D%221064%22%20as%3D%22targetPoint%22%20%2F%3E%0A%20%20%20%20%20%20%20%20%20%20%3C%2FmxGeometry%3E%0A%20%20%20%20%20%20%20%20%3C%2FmxCell%3E%0A%20%20%20%20%20%20%20%20%3CmxCell%20id%3D%22EbJOJEtTGNbocEegslOq-14%22%20value%3D%22%26lt%3Bb%26gt%3B%26lt%3Bfont%26gt%3BVIN%26lt%3B%2Ffont%26gt%3B%26lt%3B%2Fb%26gt%3B%22%20style%3D%22ellipse%3BwhiteSpace%3Dwrap%3Bhtml%3D1%3Balign%3Dcenter%3BfontStyle%3D4%3BfontSize%3D12%3Brounded%3D0%3B%22%20parent%3D%221%22%20vertex%3D%221%22%3E%0A%20%20%20%20%20%20%20%20%20%20%3CmxGeometry%20x%3D%22660%22%20y%3D%221418%22%20width%3D%22100%22%20height%3D%2240%22%20as%3D%22geometry%22%20%2F%3E%0A%20%20%20%20%20%20%20%20%3C%2FmxCell%3E%0A%20%20%20%20%20%20%20%20%3CmxCell%20id%3D%22EbJOJEtTGNbocEegslOq-15%22%20value%3D%22%22%20style%3D%22endArrow%3Dnone%3Bhtml%3D1%3Brounded%3D0%3BexitX%3D0.5%3BexitY%3D1%3BexitDx%3D0%3BexitDy%3D0%3BentryX%3D0.75%3BentryY%3D0%3BentryDx%3D0%3BentryDy%3D0%3BfontSize%3D12%3B%22%20parent%3D%221%22%20source%3D%22EbJOJEtTGNbocEegslOq-14%22%20target%3D%22EbJOJEtTGNbocEegslOq-2%22%20edge%3D%221%22%3E%0A%20%20%20%20%20%20%20%20%20%20%3CmxGeometry%20relative%3D%221%22%20as%3D%22geometry%22%3E%0A%20%20%20%20%20%20%20%20%20%20%20%20%3CmxPoint%20x%3D%221080%22%20y%3D%221388%22%20as%3D%22sourcePoint%22%20%2F%3E%0A%20%20%20%20%20%20%20%20%20%20%20%20%3CmxPoint%20x%3D%221240%22%20y%3D%221388%22%20as%3D%22targetPoint%22%20%2F%3E%0A%20%20%20%20%20%20%20%20%20%20%3C%2FmxGeometry%3E%0A%20%20%20%20%20%20%20%20%3C%2FmxCell%3E%0A%20%20%20%20%20%20%20%20%3CmxCell%20id%3D%22EbJOJEtTGNbocEegslOq-16%22%20value%3D%22Work%22%20style%3D%22shape%3Drhombus%3Bperimeter%3DrhombusPerimeter%3BwhiteSpace%3Dwrap%3Bhtml%3D1%3Balign%3Dcenter%3BfontSize%3D12%3Brounded%3D0%3B%22%20parent%3D%221%22%20vertex%3D%221%22%3E%0A%20%20%20%20%20%20%20%20%20%20%3CmxGeometry%20x%3D%22690%22%20y%3D%221269%22%20width%3D%22100%22%20height%3D%2260%22%20as%3D%22geometry%22%20%2F%3E%0A%20%20%20%20%20%20%20%20%3C%2FmxCell%3E%0A%20%20%20%20%20%20%20%20%3CmxCell%20id%3D%22EbJOJEtTGNbocEegslOq-17%22%20value%3D%22%22%20style%3D%22shape%3Dlink%3Bhtml%3D1%3Brounded%3D0%3BexitX%3D0.5%3BexitY%3D1%3BexitDx%3D0%3BexitDy%3D0%3BentryX%3D1%3BentryY%3D0.5%3BentryDx%3D0%3BentryDy%3D0%3BedgeStyle%3DorthogonalEdgeStyle%3BfontSize%3D12%3B%22%20parent%3D%221%22%20source%3D%22EbJOJEtTGNbocEegslOq-16%22%20target%3D%22EbJOJEtTGNbocEegslOq-5%22%20edge%3D%221%22%3E%0A%20%20%20%20%20%20%20%20%20%20%3CmxGeometry%20relative%3D%221%22%20as%3D%22geometry%22%3E%0A%20%20%20%20%20%20%20%20%20%20%20%20%3CmxPoint%20x%3D%22600%22%20y%3D%221294%22%20as%3D%22sourcePoint%22%20%2F%3E%0A%20%20%20%20%20%20%20%20%20%20%20%20%3CmxPoint%20x%3D%22760%22%20y%3D%221294%22%20as%3D%22targetPoint%22%20%2F%3E%0A%20%20%20%20%20%20%20%20%20%20%3C%2FmxGeometry%3E%0A%20%20%20%20%20%20%20%20%3C%2FmxCell%3E%0A%20%20%20%20%20%20%20%20%3CmxCell%20id%3D%22EbJOJEtTGNbocEegslOq-18%22%20value%3D%22N%22%20style%3D%22resizable%3D0%3Bhtml%3D1%3BwhiteSpace%3Dwrap%3Balign%3Dright%3BverticalAlign%3Dbottom%3BfontSize%3D12%3Brounded%3D0%3B%22%20parent%3D%22EbJOJEtTGNbocEegslOq-17%22%20connectable%3D%220%22%20vertex%3D%221%22%3E%0A%20%20%20%20%20%20%20%20%20%20%3CmxGeometry%20x%3D%221%22%20relative%3D%221%22%20as%3D%22geometry%22%3E%0A%20%20%20%20%20%20%20%20%20%20%20%20%3CmxPoint%20x%3D%2210%22%20as%3D%22offset%22%20%2F%3E%0A%20%20%20%20%20%20%20%20%20%20%3C%2FmxGeometry%3E%0A%20%20%20%20%20%20%20%20%3C%2FmxCell%3E%0A%20%20%20%20%20%20%20%20%3CmxCell%20id%3D%22EbJOJEtTGNbocEegslOq-19%22%20value%3D%22Requests%22%20style%3D%22shape%3Drhombus%3Bperimeter%3DrhombusPerimeter%3BwhiteSpace%3Dwrap%3Bhtml%3D1%3Balign%3Dcenter%3BfontSize%3D12%3Brounded%3D0%3B%22%20parent%3D%221%22%20vertex%3D%221%22%3E%0A%20%20%20%20%20%20%20%20%20%20%3CmxGeometry%20x%3D%22450%22%20y%3D%221174%22%20width%3D%22120%22%20height%3D%2260%22%20as%3D%22geometry%22%20%2F%3E%0A%20%20%20%20%20%20%20%20%3C%2FmxCell%3E%0A%20%20%20%20%20%20%20%20%3CmxCell%20id%3D%22EbJOJEtTGNbocEegslOq-20%22%20value%3D%22%22%20style%3D%22shape%3Dlink%3Bhtml%3D1%3Brounded%3D0%3BexitX%3D0.5%3BexitY%3D0%3BexitDx%3D0%3BexitDy%3D0%3BentryX%3D0%3BentryY%3D0.5%3BentryDx%3D0%3BentryDy%3D0%3BedgeStyle%3DorthogonalEdgeStyle%3BfontSize%3D12%3B%22%20parent%3D%221%22%20source%3D%22EbJOJEtTGNbocEegslOq-19%22%20target%3D%22EbJOJEtTGNbocEegslOq-3%22%20edge%3D%221%22%3E%0A%20%20%20%20%20%20%20%20%20%20%3CmxGeometry%20relative%3D%221%22%20as%3D%22geometry%22%3E%0A%20%20%20%20%20%20%20%20%20%20%20%20%3CmxPoint%20x%3D%22300%22%20y%3D%221574%22%20as%3D%22sourcePoint%22%20%2F%3E%0A%20%20%20%20%20%20%20%20%20%20%20%20%3CmxPoint%20x%3D%22460%22%20y%3D%221574%22%20as%3D%22targetPoint%22%20%2F%3E%0A%20%20%20%20%20%20%20%20%20%20%3C%2FmxGeometry%3E%0A%20%20%20%20%20%20%20%20%3C%2FmxCell%3E%0A%20%20%20%20%20%20%20%20%3CmxCell%20id%3D%22EbJOJEtTGNbocEegslOq-21%22%20value%3D%22N%22%20style%3D%22resizable%3D0%3Bhtml%3D1%3BwhiteSpace%3Dwrap%3Balign%3Dright%3BverticalAlign%3Dbottom%3BfontSize%3D12%3Brounded%3D0%3B%22%20parent%3D%22EbJOJEtTGNbocEegslOq-20%22%20connectable%3D%220%22%20vertex%3D%221%22%3E%0A%20%20%20%20%20%20%20%20%20%20%3CmxGeometry%20x%3D%221%22%20relative%3D%221%22%20as%3D%22geometry%22%3E%0A%20%20%20%20%20%20%20%20%20%20%20%20%3CmxPoint%20y%3D%2220%22%20as%3D%22offset%22%20%2F%3E%0A%20%20%20%20%20%20%20%20%20%20%3C%2FmxGeometry%3E%0A%20%20%20%20%20%20%20%20%3C%2FmxCell%3E%0A%20%20%20%20%20%20%20%20%3CmxCell%20id%3D%22EbJOJEtTGNbocEegslOq-22%22%20value%3D%22Own%22%20style%3D%22shape%3Drhombus%3Bperimeter%3DrhombusPerimeter%3BwhiteSpace%3Dwrap%3Bhtml%3D1%3Balign%3Dcenter%3BfontSize%3D12%3Brounded%3D0%3B%22%20parent%3D%221%22%20vertex%3D%221%22%3E%0A%20%20%20%20%20%20%20%20%20%20%3CmxGeometry%20x%3D%22280%22%20y%3D%221544%22%20width%3D%22120%22%20height%3D%2260%22%20as%3D%22geometry%22%20%2F%3E%0A%20%20%20%20%20%20%20%20%3C%2FmxCell%3E%0A%20%20%20%20%20%20%20%20%3CmxCell%20id%3D%22EbJOJEtTGNbocEegslOq-23%22%20value%3D%22%22%20style%3D%22shape%3Dlink%3Bhtml%3D1%3Brounded%3D0%3BexitX%3D1%3BexitY%3D0.5%3BexitDx%3D0%3BexitDy%3D0%3BedgeStyle%3DorthogonalEdgeStyle%3BfontSize%3D12%3BentryX%3D0.25%3BentryY%3D1%3BentryDx%3D0%3BentryDy%3D0%3B%22%20parent%3D%221%22%20source%3D%22EbJOJEtTGNbocEegslOq-22%22%20target%3D%22EbJOJEtTGNbocEegslOq-2%22%20edge%3D%221%22%3E%0A%20%20%20%20%20%20%20%20%20%20%3CmxGeometry%20relative%3D%221%22%20as%3D%22geometry%22%3E%0A%20%20%20%20%20%20%20%20%20%20%20%20%3CmxPoint%20x%3D%22820%22%20y%3D%221444%22%20as%3D%22sourcePoint%22%20%2F%3E%0A%20%20%20%20%20%20%20%20%20%20%20%20%3CmxPoint%20x%3D%22990%22%20y%3D%221324%22%20as%3D%22targetPoint%22%20%2F%3E%0A%20%20%20%20%20%20%20%20%20%20%20%20%3CArray%20as%3D%22points%22%3E%0A%20%20%20%20%20%20%20%20%20%20%20%20%20%20%3CmxPoint%20x%3D%22655%22%20y%3D%221574%22%20%2F%3E%0A%20%20%20%20%20%20%20%20%20%20%20%20%3C%2FArray%3E%0A%20%20%20%20%20%20%20%20%20%20%3C%2FmxGeometry%3E%0A%20%20%20%20%20%20%20%20%3C%2FmxCell%3E%0A%20%20%20%20%20%20%20%20%3CmxCell%20id%3D%22EbJOJEtTGNbocEegslOq-24%22%20value%3D%22N%22%20style%3D%22resizable%3D0%3Bhtml%3D1%3BwhiteSpace%3Dwrap%3Balign%3Dright%3BverticalAlign%3Dbottom%3BfontSize%3D12%3Brounded%3D0%3B%22%20parent%3D%22EbJOJEtTGNbocEegslOq-23%22%20connectable%3D%220%22%20vertex%3D%221%22%3E%0A%20%20%20%20%20%20%20%20%20%20%3CmxGeometry%20x%3D%221%22%20relative%3D%221%22%20as%3D%22geometry%22%3E%0A%20%20%20%20%20%20%20%20%20%20%20%20%3CmxPoint%20x%3D%2220%22%20y%3D%2220%22%20as%3D%22offset%22%20%2F%3E%0A%20%20%20%20%20%20%20%20%20%20%3C%2FmxGeometry%3E%0A%20%20%20%20%20%20%20%20%3C%2FmxCell%3E%0A%20%20%20%20%20%20%20%20%3CmxCell%20id%3D%22EbJOJEtTGNbocEegslOq-25%22%20value%3D%22Works%20on%22%20style%3D%22shape%3Drhombus%3Bperimeter%3DrhombusPerimeter%3BwhiteSpace%3Dwrap%3Bhtml%3D1%3Balign%3Dcenter%3Brounded%3D0%3BfontSize%3D12%3B%22%20parent%3D%221%22%20vertex%3D%221%22%3E%0A%20%20%20%20%20%20%20%20%20%20%3CmxGeometry%20x%3D%22460%22%20y%3D%221456%22%20width%3D%22120%22%20height%3D%2260%22%20as%3D%22geometry%22%20%2F%3E%0A%20%20%20%20%20%20%20%20%3C%2FmxCell%3E%0A%20%20%20%20%20%20%20%20%3CmxCell%20id%3D%22EbJOJEtTGNbocEegslOq-26%22%20value%3D%22%22%20style%3D%22shape%3Dlink%3Bhtml%3D1%3Brounded%3D0%3BexitX%3D1%3BexitY%3D0.5%3BexitDx%3D0%3BexitDy%3D0%3BfontSize%3D12%3BentryX%3D0%3BentryY%3D0.5%3BentryDx%3D0%3BentryDy%3D0%3B%22%20parent%3D%221%22%20source%3D%22EbJOJEtTGNbocEegslOq-25%22%20target%3D%22EbJOJEtTGNbocEegslOq-2%22%20edge%3D%221%22%3E%0A%20%20%20%20%20%20%20%20%20%20%3CmxGeometry%20relative%3D%221%22%20as%3D%22geometry%22%3E%0A%20%20%20%20%20%20%20%20%20%20%20%20%3CmxPoint%20x%3D%221000%22%20y%3D%221624%22%20as%3D%22sourcePoint%22%20%2F%3E%0A%20%20%20%20%20%20%20%20%20%20%20%20%3CmxPoint%20x%3D%22730%22%20y%3D%221554%22%20as%3D%22targetPoint%22%20%2F%3E%0A%20%20%20%20%20%20%20%20%20%20%3C%2FmxGeometry%3E%0A%20%20%20%20%20%20%20%20%3C%2FmxCell%3E%0A%20%20%20%20%20%20%20%20%3CmxCell%20id%3D%22EbJOJEtTGNbocEegslOq-27%22%20value%3D%22N%22%20style%3D%22resizable%3D0%3Bhtml%3D1%3BwhiteSpace%3Dwrap%3Balign%3Dright%3BverticalAlign%3Dbottom%3Brounded%3D0%3BfontSize%3D12%3B%22%20parent%3D%22EbJOJEtTGNbocEegslOq-26%22%20connectable%3D%220%22%20vertex%3D%221%22%3E%0A%20%20%20%20%20%20%20%20%20%20%3CmxGeometry%20x%3D%221%22%20relative%3D%221%22%20as%3D%22geometry%22%3E%0A%20%20%20%20%20%20%20%20%20%20%20%20%3CmxPoint%20x%3D%22-5%22%20as%3D%22offset%22%20%2F%3E%0A%20%20%20%20%20%20%20%20%20%20%3C%2FmxGeometry%3E%0A%20%20%20%20%20%20%20%20%3C%2FmxCell%3E%0A%20%20%20%20%20%20%20%20%3CmxCell%20id%3D%22EbJOJEtTGNbocEegslOq-28%22%20value%3D%22%22%20style%3D%22shape%3Dlink%3Bhtml%3D1%3Brounded%3D0%3BexitX%3D0.5%3BexitY%3D0%3BexitDx%3D0%3BexitDy%3D0%3BentryX%3D1%3BentryY%3D0.5%3BentryDx%3D0%3BentryDy%3D0%3BedgeStyle%3DorthogonalEdgeStyle%3BfontSize%3D12%3B%22%20parent%3D%221%22%20source%3D%22EbJOJEtTGNbocEegslOq-16%22%20target%3D%22EbJOJEtTGNbocEegslOq-3%22%20edge%3D%221%22%3E%0A%20%20%20%20%20%20%20%20%20%20%3CmxGeometry%20relative%3D%221%22%20as%3D%22geometry%22%3E%0A%20%20%20%20%20%20%20%20%20%20%20%20%3CmxPoint%20x%3D%22620%22%20y%3D%221174%22%20as%3D%22sourcePoint%22%20%2F%3E%0A%20%20%20%20%20%20%20%20%20%20%20%20%3CmxPoint%20x%3D%22780%22%20y%3D%221174%22%20as%3D%22targetPoint%22%20%2F%3E%0A%20%20%20%20%20%20%20%20%20%20%3C%2FmxGeometry%3E%0A%20%20%20%20%20%20%20%20%3C%2FmxCell%3E%0A%20%20%20%20%20%20%20%20%3CmxCell%20id%3D%22EbJOJEtTGNbocEegslOq-29%22%20value%3D%221%22%20style%3D%22resizable%3D0%3Bhtml%3D1%3BwhiteSpace%3Dwrap%3Balign%3Dright%3BverticalAlign%3Dbottom%3Brounded%3D0%3BfontSize%3D12%3B%22%20parent%3D%22EbJOJEtTGNbocEegslOq-28%22%20connectable%3D%220%22%20vertex%3D%221%22%3E%0A%20%20%20%20%20%20%20%20%20%20%3CmxGeometry%20x%3D%221%22%20relative%3D%221%22%20as%3D%22geometry%22%3E%0A%20%20%20%20%20%20%20%20%20%20%20%20%3CmxPoint%20x%3D%2210%22%20as%3D%22offset%22%20%2F%3E%0A%20%20%20%20%20%20%20%20%20%20%3C%2FmxGeometry%3E%0A%20%20%20%20%20%20%20%20%3C%2FmxCell%3E%0A%20%20%20%20%20%20%20%20%3CmxCell%20id%3D%22EbJOJEtTGNbocEegslOq-30%22%20value%3D%22%22%20style%3D%22shape%3Dlink%3Bhtml%3D1%3Brounded%3D0%3BentryX%3D1%3BentryY%3D0.5%3BentryDx%3D0%3BentryDy%3D0%3BexitX%3D0.5%3BexitY%3D1%3BexitDx%3D0%3BexitDy%3D0%3BedgeStyle%3DorthogonalEdgeStyle%3BfontSize%3D12%3B%22%20parent%3D%221%22%20source%3D%22EbJOJEtTGNbocEegslOq-19%22%20target%3D%22EbJOJEtTGNbocEegslOq-1%22%20edge%3D%221%22%3E%0A%20%20%20%20%20%20%20%20%20%20%3CmxGeometry%20relative%3D%221%22%20as%3D%22geometry%22%3E%0A%20%20%20%20%20%20%20%20%20%20%20%20%3CmxPoint%20x%3D%22330%22%20y%3D%221294%22%20as%3D%22sourcePoint%22%20%2F%3E%0A%20%20%20%20%20%20%20%20%20%20%20%20%3CmxPoint%20x%3D%22470%22%20y%3D%221254%22%20as%3D%22targetPoint%22%20%2F%3E%0A%20%20%20%20%20%20%20%20%20%20%20%20%3CArray%20as%3D%22points%22%3E%0A%20%20%20%20%20%20%20%20%20%20%20%20%20%20%3CmxPoint%20x%3D%22510%22%20y%3D%221304%22%20%2F%3E%0A%20%20%20%20%20%20%20%20%20%20%20%20%3C%2FArray%3E%0A%20%20%20%20%20%20%20%20%20%20%3C%2FmxGeometry%3E%0A%20%20%20%20%20%20%20%20%3C%2FmxCell%3E%0A%20%20%20%20%20%20%20%20%3CmxCell%20id%3D%22EbJOJEtTGNbocEegslOq-31%22%20value%3D%22N%22%20style%3D%22resizable%3D0%3Bhtml%3D1%3BwhiteSpace%3Dwrap%3Balign%3Dright%3BverticalAlign%3Dbottom%3Brounded%3D0%3BfontSize%3D12%3B%22%20parent%3D%22EbJOJEtTGNbocEegslOq-30%22%20connectable%3D%220%22%20vertex%3D%221%22%3E%0A%20%20%20%20%20%20%20%20%20%20%3CmxGeometry%20x%3D%221%22%20relative%3D%221%22%20as%3D%22geometry%22%3E%0A%20%20%20%20%20%20%20%20%20%20%20%20%3CmxPoint%20x%3D%2220%22%20as%3D%22offset%22%20%2F%3E%0A%20%20%20%20%20%20%20%20%20%20%3C%2FmxGeometry%3E%0A%20%20%20%20%20%20%20%20%3C%2FmxCell%3E%0A%20%20%20%20%20%20%20%20%3CmxCell%20id%3D%22EbJOJEtTGNbocEegslOq-32%22%20value%3D%22Servise%22%20style%3D%22shape%3Dext%3Bmargin%3D3%3Bdouble%3D1%3BwhiteSpace%3Dwrap%3Bhtml%3D1%3Balign%3Dcenter%3BfontSize%3D12%3B%22%20parent%3D%221%22%20vertex%3D%221%22%3E%0A%20%20%20%20%20%20%20%20%20%20%3CmxGeometry%20x%3D%22835%22%20y%3D%22988%22%20width%3D%22100%22%20height%3D%2240%22%20as%3D%22geometry%22%20%2F%3E%0A%20%20%20%20%20%20%20%20%3C%2FmxCell%3E%0A%20%20%20%20%20%20%20%20%3CmxCell%20id%3D%22EbJOJEtTGNbocEegslOq-33%22%20value%3D%22%22%20style%3D%22shape%3Dlink%3Bhtml%3D1%3Brounded%3D0%3BentryX%3D0.25%3BentryY%3D1%3BentryDx%3D0%3BentryDy%3D0%3BexitX%3D0%3BexitY%3D0.5%3BexitDx%3D0%3BexitDy%3D0%3BedgeStyle%3DorthogonalEdgeStyle%3BfontSize%3D12%3B%22%20parent%3D%221%22%20source%3D%22EbJOJEtTGNbocEegslOq-22%22%20target%3D%22EbJOJEtTGNbocEegslOq-1%22%20edge%3D%221%22%3E%0A%20%20%20%20%20%20%20%20%20%20%3CmxGeometry%20relative%3D%221%22%20as%3D%22geometry%22%3E%0A%20%20%20%20%20%20%20%20%20%20%20%20%3CmxPoint%20x%3D%22540%22%20y%3D%221664%22%20as%3D%22sourcePoint%22%20%2F%3E%0A%20%20%20%20%20%20%20%20%20%20%20%20%3CmxPoint%20x%3D%22700%22%20y%3D%221664%22%20as%3D%22targetPoint%22%20%2F%3E%0A%20%20%20%20%20%20%20%20%20%20%3C%2FmxGeometry%3E%0A%20%20%20%20%20%20%20%20%3C%2FmxCell%3E%0A%20%20%20%20%20%20%20%20%3CmxCell%20id%3D%22EbJOJEtTGNbocEegslOq-34%22%20value%3D%221%22%20style%3D%22resizable%3D0%3Bhtml%3D1%3BwhiteSpace%3Dwrap%3Balign%3Dright%3BverticalAlign%3Dbottom%3BfontSize%3D12%3B%22%20parent%3D%22EbJOJEtTGNbocEegslOq-33%22%20connectable%3D%220%22%20vertex%3D%221%22%3E%0A%20%20%20%20%20%20%20%20%20%20%3CmxGeometry%20x%3D%221%22%20relative%3D%221%22%20as%3D%22geometry%22%3E%0A%20%20%20%20%20%20%20%20%20%20%20%20%3CmxPoint%20x%3D%2215%22%20y%3D%2220%22%20as%3D%22offset%22%20%2F%3E%0A%20%20%20%20%20%20%20%20%20%20%3C%2FmxGeometry%3E%0A%20%20%20%20%20%20%20%20%3C%2FmxCell%3E%0A%20%20%20%20%20%20%20%20%3CmxCell%20id%3D%22EbJOJEtTGNbocEegslOq-35%22%20value%3D%22%22%20style%3D%22endArrow%3Dnone%3Bhtml%3D1%3Brounded%3D0%3BentryX%3D0.75%3BentryY%3D1%3BentryDx%3D0%3BentryDy%3D0%3BexitX%3D0%3BexitY%3D0.5%3BexitDx%3D0%3BexitDy%3D0%3BedgeStyle%3DorthogonalEdgeStyle%3BfontSize%3D12%3B%22%20parent%3D%221%22%20source%3D%22EbJOJEtTGNbocEegslOq-25%22%20target%3D%22EbJOJEtTGNbocEegslOq-6%22%20edge%3D%221%22%3E%0A%20%20%20%20%20%20%20%20%20%20%3CmxGeometry%20relative%3D%221%22%20as%3D%22geometry%22%3E%0A%20%20%20%20%20%20%20%20%20%20%20%20%3CmxPoint%20x%3D%22570%22%20y%3D%221544%22%20as%3D%22sourcePoint%22%20%2F%3E%0A%20%20%20%20%20%20%20%20%20%20%20%20%3CmxPoint%20x%3D%22730%22%20y%3D%221544%22%20as%3D%22targetPoint%22%20%2F%3E%0A%20%20%20%20%20%20%20%20%20%20%20%20%3CArray%20as%3D%22points%22%3E%0A%20%20%20%20%20%20%20%20%20%20%20%20%20%20%3CmxPoint%20x%3D%22358%22%20y%3D%221488%22%20%2F%3E%0A%20%20%20%20%20%20%20%20%20%20%20%20%3C%2FArray%3E%0A%20%20%20%20%20%20%20%20%20%20%3C%2FmxGeometry%3E%0A%20%20%20%20%20%20%20%20%3C%2FmxCell%3E%0A%20%20%20%20%20%20%20%20%3CmxCell%20id%3D%22EbJOJEtTGNbocEegslOq-36%22%20value%3D%22N%22%20style%3D%22resizable%3D0%3Bhtml%3D1%3BwhiteSpace%3Dwrap%3Balign%3Dright%3BverticalAlign%3Dbottom%3BfontSize%3D12%3B%22%20parent%3D%22EbJOJEtTGNbocEegslOq-35%22%20connectable%3D%220%22%20vertex%3D%221%22%3E%0A%20%20%20%20%20%20%20%20%20%20%3CmxGeometry%20x%3D%221%22%20relative%3D%221%22%20as%3D%22geometry%22%3E%0A%20%20%20%20%20%20%20%20%20%20%20%20%3CmxPoint%20x%3D%2210%22%20y%3D%2216%22%20as%3D%22offset%22%20%2F%3E%0A%20%20%20%20%20%20%20%20%20%20%3C%2FmxGeometry%3E%0A%20%20%20%20%20%20%20%20%3C%2FmxCell%3E%0A%20%20%20%20%20%20%20%20%3CmxCell%20id%3D%22EbJOJEtTGNbocEegslOq-37%22%20value%3D%22%22%20style%3D%22shape%3Dlink%3Bhtml%3D1%3Brounded%3D0%3BexitX%3D0.5%3BexitY%3D0%3BexitDx%3D0%3BexitDy%3D0%3BentryX%3D0%3BentryY%3D0.5%3BentryDx%3D0%3BentryDy%3D0%3BedgeStyle%3DorthogonalEdgeStyle%3BfontSize%3D12%3B%22%20parent%3D%221%22%20source%3D%22EbJOJEtTGNbocEegslOq-25%22%20target%3D%22EbJOJEtTGNbocEegslOq-32%22%20edge%3D%221%22%3E%0A%20%20%20%20%20%20%20%20%20%20%3CmxGeometry%20relative%3D%221%22%20as%3D%22geometry%22%3E%0A%20%20%20%20%20%20%20%20%20%20%20%20%3CmxPoint%20x%3D%22690%22%20y%3D%221554%22%20as%3D%22sourcePoint%22%20%2F%3E%0A%20%20%20%20%20%20%20%20%20%20%20%20%3CmxPoint%20x%3D%22850%22%20y%3D%221554%22%20as%3D%22targetPoint%22%20%2F%3E%0A%20%20%20%20%20%20%20%20%20%20%20%20%3CArray%20as%3D%22points%22%3E%0A%20%20%20%20%20%20%20%20%20%20%20%20%20%20%3CmxPoint%20x%3D%22520%22%20y%3D%221414%22%20%2F%3E%0A%20%20%20%20%20%20%20%20%20%20%20%20%20%20%3CmxPoint%20x%3D%22820%22%20y%3D%221414%22%20%2F%3E%0A%20%20%20%20%20%20%20%20%20%20%20%20%20%20%3CmxPoint%20x%3D%22820%22%20y%3D%221008%22%20%2F%3E%0A%20%20%20%20%20%20%20%20%20%20%20%20%3C%2FArray%3E%0A%20%20%20%20%20%20%20%20%20%20%3C%2FmxGeometry%3E%0A%20%20%20%20%20%20%20%20%3C%2FmxCell%3E%0A%20%20%20%20%20%20%20%20%3CmxCell%20id%3D%22EbJOJEtTGNbocEegslOq-38%22%20value%3D%22N%22%20style%3D%22resizable%3D0%3Bhtml%3D1%3BwhiteSpace%3Dwrap%3Balign%3Dright%3BverticalAlign%3Dbottom%3BfontSize%3D12%3B%22%20parent%3D%22EbJOJEtTGNbocEegslOq-37%22%20connectable%3D%220%22%20vertex%3D%221%22%3E%0A%20%20%20%20%20%20%20%20%20%20%3CmxGeometry%20x%3D%221%22%20relative%3D%221%22%20as%3D%22geometry%22%20%2F%3E%0A%20%20%20%20%20%20%20%20%3C%2FmxCell%3E%0A%20%20%20%20%20%20%20%20%3CmxCell%20id%3D%22EbJOJEtTGNbocEegslOq-39%22%20value%3D%22%26lt%3Bspan%20style%3D%26quot%3Bborder-bottom%3A%201px%20dotted%26quot%3B%26gt%3B%26lt%3Bb%26gt%3BID%26lt%3B%2Fb%26gt%3B%26lt%3B%2Fspan%26gt%3B%22%20style%3D%22ellipse%3BwhiteSpace%3Dwrap%3Bhtml%3D1%3Balign%3Dcenter%3BfontSize%3D12%3B%22%20parent%3D%221%22%20vertex%3D%221%22%3E%0A%20%20%20%20%20%20%20%20%20%20%3CmxGeometry%20x%3D%22800%22%20y%3D%22918%22%20width%3D%22100%22%20height%3D%2240%22%20as%3D%22geometry%22%20%2F%3E%0A%20%20%20%20%20%20%20%20%3C%2FmxCell%3E%0A%20%20%20%20%20%20%20%20%3CmxCell%20id%3D%22EbJOJEtTGNbocEegslOq-40%22%20value%3D%22%22%20style%3D%22endArrow%3Dnone%3Bhtml%3D1%3Brounded%3D0%3BexitX%3D0.5%3BexitY%3D0%3BexitDx%3D0%3BexitDy%3D0%3BentryX%3D0.5%3BentryY%3D1%3BentryDx%3D0%3BentryDy%3D0%3BfontSize%3D12%3B%22%20parent%3D%221%22%20source%3D%22EbJOJEtTGNbocEegslOq-32%22%20target%3D%22EbJOJEtTGNbocEegslOq-39%22%20edge%3D%221%22%3E%0A%20%20%20%20%20%20%20%20%20%20%3CmxGeometry%20relative%3D%221%22%20as%3D%22geometry%22%3E%0A%20%20%20%20%20%20%20%20%20%20%20%20%3CmxPoint%20x%3D%22860%22%20y%3D%221099%22%20as%3D%22sourcePoint%22%20%2F%3E%0A%20%20%20%20%20%20%20%20%20%20%20%20%3CmxPoint%20x%3D%221020%22%20y%3D%221099%22%20as%3D%22targetPoint%22%20%2F%3E%0A%20%20%20%20%20%20%20%20%20%20%3C%2FmxGeometry%3E%0A%20%20%20%20%20%20%20%20%3C%2FmxCell%3E%0A%20%20%20%20%20%20%20%20%3CmxCell%20id%3D%22EbJOJEtTGNbocEegslOq-41%22%20value%3D%22%22%20style%3D%22endArrow%3Dnone%3Bhtml%3D1%3Brounded%3D0%3BexitX%3D0.5%3BexitY%3D1%3BexitDx%3D0%3BexitDy%3D0%3BentryX%3D0.75%3BentryY%3D0%3BentryDx%3D0%3BentryDy%3D0%3BfontSize%3D12%3B%22%20parent%3D%221%22%20source%3D%22EbJOJEtTGNbocEegslOq-42%22%20target%3D%22EbJOJEtTGNbocEegslOq-32%22%20edge%3D%221%22%3E%0A%20%20%20%20%20%20%20%20%20%20%3CmxGeometry%20relative%3D%221%22%20as%3D%22geometry%22%3E%0A%20%20%20%20%20%20%20%20%20%20%20%20%3CmxPoint%20x%3D%22910%22%20y%3D%221069%22%20as%3D%22sourcePoint%22%20%2F%3E%0A%20%20%20%20%20%20%20%20%20%20%20%20%3CmxPoint%20x%3D%22920%22%20y%3D%221119%22%20as%3D%22targetPoint%22%20%2F%3E%0A%20%20%20%20%20%20%20%20%20%20%3C%2FmxGeometry%3E%0A%20%20%20%20%20%20%20%20%3C%2FmxCell%3E%0A%20%20%20%20%20%20%20%20%3CmxCell%20id%3D%22EbJOJEtTGNbocEegslOq-42%22%20value%3D%22Name%22%20style%3D%22ellipse%3BwhiteSpace%3Dwrap%3Bhtml%3D1%3Balign%3Dcenter%3BfontSize%3D12%3B%22%20parent%3D%221%22%20vertex%3D%221%22%3E%0A%20%20%20%20%20%20%20%20%20%20%3CmxGeometry%20x%3D%22910%22%20y%3D%22906%22%20width%3D%22100%22%20height%3D%2240%22%20as%3D%22geometry%22%20%2F%3E%0A%20%20%20%20%20%20%20%20%3C%2FmxCell%3E%0A%20%20%20%20%20%20%20%20%3CmxCell%20id%3D%22EbJOJEtTGNbocEegslOq-43%22%20value%3D%22Detail%22%20style%3D%22whiteSpace%3Dwrap%3Bhtml%3D1%3Balign%3Dcenter%3BfontSize%3D12%3B%22%20parent%3D%221%22%20vertex%3D%221%22%3E%0A%20%20%20%20%20%20%20%20%20%20%3CmxGeometry%20x%3D%22860%22%20y%3D%221204%22%20width%3D%22100%22%20height%3D%2240%22%20as%3D%22geometry%22%20%2F%3E%0A%20%20%20%20%20%20%20%20%3C%2FmxCell%3E%0A%20%20%20%20%20%20%20%20%3CmxCell%20id%3D%22EbJOJEtTGNbocEegslOq-44%22%20value%3D%22%22%20style%3D%22endArrow%3Dnone%3Bhtml%3D1%3Brounded%3D0%3BentryX%3D0.75%3BentryY%3D0%3BentryDx%3D0%3BentryDy%3D0%3BedgeStyle%3DorthogonalEdgeStyle%3BexitX%3D0.5%3BexitY%3D1%3BexitDx%3D0%3BexitDy%3D0%3BfontSize%3D12%3B%22%20parent%3D%221%22%20source%3D%22EbJOJEtTGNbocEegslOq-46%22%20target%3D%22EbJOJEtTGNbocEegslOq-43%22%20edge%3D%221%22%3E%0A%20%20%20%20%20%20%20%20%20%20%3CmxGeometry%20relative%3D%221%22%20as%3D%22geometry%22%3E%0A%20%20%20%20%20%20%20%20%20%20%20%20%3CmxPoint%20x%3D%221110%22%20y%3D%221274%22%20as%3D%22sourcePoint%22%20%2F%3E%0A%20%20%20%20%20%20%20%20%20%20%20%20%3CmxPoint%20x%3D%22530%22%20y%3D%221574%22%20as%3D%22targetPoint%22%20%2F%3E%0A%20%20%20%20%20%20%20%20%20%20%20%20%3CArray%20as%3D%22points%22%3E%0A%20%20%20%20%20%20%20%20%20%20%20%20%20%20%3CmxPoint%20x%3D%22935%22%20y%3D%221134%22%20%2F%3E%0A%20%20%20%20%20%20%20%20%20%20%20%20%20%20%3CmxPoint%20x%3D%22935%22%20y%3D%221134%22%20%2F%3E%0A%20%20%20%20%20%20%20%20%20%20%20%20%3C%2FArray%3E%0A%20%20%20%20%20%20%20%20%20%20%3C%2FmxGeometry%3E%0A%20%20%20%20%20%20%20%20%3C%2FmxCell%3E%0A%20%20%20%20%20%20%20%20%3CmxCell%20id%3D%22EbJOJEtTGNbocEegslOq-45%22%20value%3D%22N%22%20style%3D%22resizable%3D0%3Bhtml%3D1%3BwhiteSpace%3Dwrap%3Balign%3Dright%3BverticalAlign%3Dbottom%3BfontSize%3D12%3B%22%20parent%3D%22EbJOJEtTGNbocEegslOq-44%22%20connectable%3D%220%22%20vertex%3D%221%22%3E%0A%20%20%20%20%20%20%20%20%20%20%3CmxGeometry%20x%3D%221%22%20relative%3D%221%22%20as%3D%22geometry%22%20%2F%3E%0A%20%20%20%20%20%20%20%20%3C%2FmxCell%3E%0A%20%20%20%20%20%20%20%20%3CmxCell%20id%3D%22EbJOJEtTGNbocEegslOq-46%22%20value%3D%22Used%20in%22%20style%3D%22shape%3Drhombus%3Bdouble%3D1%3Bperimeter%3DrhombusPerimeter%3BwhiteSpace%3Dwrap%3Bhtml%3D1%3Balign%3Dcenter%3BfontSize%3D12%3B%22%20parent%3D%221%22%20vertex%3D%221%22%3E%0A%20%20%20%20%20%20%20%20%20%20%3CmxGeometry%20x%3D%22880%22%20y%3D%221074%22%20width%3D%22110%22%20height%3D%2260%22%20as%3D%22geometry%22%20%2F%3E%0A%20%20%20%20%20%20%20%20%3C%2FmxCell%3E%0A%20%20%20%20%20%20%20%20%3CmxCell%20id%3D%22EbJOJEtTGNbocEegslOq-47%22%20value%3D%22%22%20style%3D%22endArrow%3Dnone%3Bhtml%3D1%3Brounded%3D0%3BentryX%3D0.5%3BentryY%3D1%3BentryDx%3D0%3BentryDy%3D0%3BexitX%3D0.5%3BexitY%3D0%3BexitDx%3D0%3BexitDy%3D0%3BedgeStyle%3DorthogonalEdgeStyle%3BfontSize%3D12%3B%22%20parent%3D%221%22%20source%3D%22EbJOJEtTGNbocEegslOq-46%22%20target%3D%22EbJOJEtTGNbocEegslOq-32%22%20edge%3D%221%22%3E%0A%20%20%20%20%20%20%20%20%20%20%3CmxGeometry%20relative%3D%221%22%20as%3D%22geometry%22%3E%0A%20%20%20%20%20%20%20%20%20%20%20%20%3CmxPoint%20x%3D%22920%22%20y%3D%221294%22%20as%3D%22sourcePoint%22%20%2F%3E%0A%20%20%20%20%20%20%20%20%20%20%20%20%3CmxPoint%20x%3D%221080%22%20y%3D%221294%22%20as%3D%22targetPoint%22%20%2F%3E%0A%20%20%20%20%20%20%20%20%20%20%3C%2FmxGeometry%3E%0A%20%20%20%20%20%20%20%20%3C%2FmxCell%3E%0A%20%20%20%20%20%20%20%20%3CmxCell%20id%3D%22EbJOJEtTGNbocEegslOq-48%22%20value%3D%221%22%20style%3D%22resizable%3D0%3Bhtml%3D1%3BwhiteSpace%3Dwrap%3Balign%3Dright%3BverticalAlign%3Dbottom%3BfontSize%3D12%3B%22%20parent%3D%22EbJOJEtTGNbocEegslOq-47%22%20connectable%3D%220%22%20vertex%3D%221%22%3E%0A%20%20%20%20%20%20%20%20%20%20%3CmxGeometry%20x%3D%221%22%20relative%3D%221%22%20as%3D%22geometry%22%3E%0A%20%20%20%20%20%20%20%20%20%20%20%20%3CmxPoint%20y%3D%2220%22%20as%3D%22offset%22%20%2F%3E%0A%20%20%20%20%20%20%20%20%20%20%3C%2FmxGeometry%3E%0A%20%20%20%20%20%20%20%20%3C%2FmxCell%3E%0A%20%20%20%20%20%20%20%20%3CmxCell%20id%3D%22EbJOJEtTGNbocEegslOq-49%22%20value%3D%22%26lt%3Bb%26gt%3BID%26lt%3B%2Fb%26gt%3B%22%20style%3D%22ellipse%3BwhiteSpace%3Dwrap%3Bhtml%3D1%3Balign%3Dcenter%3BfontStyle%3D4%3BfontSize%3D12%3B%22%20parent%3D%221%22%20vertex%3D%221%22%3E%0A%20%20%20%20%20%20%20%20%20%20%3CmxGeometry%20x%3D%22830%22%20y%3D%221134%22%20width%3D%22100%22%20height%3D%2240%22%20as%3D%22geometry%22%20%2F%3E%0A%20%20%20%20%20%20%20%20%3C%2FmxCell%3E%0A%20%20%20%20%20%20%20%20%3CmxCell%20id%3D%22EbJOJEtTGNbocEegslOq-50%22%20value%3D%22%22%20style%3D%22endArrow%3Dnone%3Bhtml%3D1%3Brounded%3D0%3BexitX%3D0.5%3BexitY%3D0%3BexitDx%3D0%3BexitDy%3D0%3BentryX%3D0.5%3BentryY%3D1%3BentryDx%3D0%3BentryDy%3D0%3BfontSize%3D12%3B%22%20parent%3D%221%22%20source%3D%22EbJOJEtTGNbocEegslOq-43%22%20target%3D%22EbJOJEtTGNbocEegslOq-49%22%20edge%3D%221%22%3E%0A%20%20%20%20%20%20%20%20%20%20%3CmxGeometry%20relative%3D%221%22%20as%3D%22geometry%22%3E%0A%20%20%20%20%20%20%20%20%20%20%20%20%3CmxPoint%20x%3D%221200%22%20y%3D%221234%22%20as%3D%22sourcePoint%22%20%2F%3E%0A%20%20%20%20%20%20%20%20%20%20%20%20%3CmxPoint%20x%3D%221170%22%20y%3D%221234%22%20as%3D%22targetPoint%22%20%2F%3E%0A%20%20%20%20%20%20%20%20%20%20%3C%2FmxGeometry%3E%0A%20%20%20%20%20%20%20%20%3C%2FmxCell%3E%0A%20%20%20%20%20%20%20%20%3CmxCell%20id%3D%22EbJOJEtTGNbocEegslOq-51%22%20value%3D%22Name%22%20style%3D%22ellipse%3BwhiteSpace%3Dwrap%3Bhtml%3D1%3Balign%3Dcenter%3BfontSize%3D12%3B%22%20parent%3D%221%22%20vertex%3D%221%22%3E%0A%20%20%20%20%20%20%20%20%20%20%3CmxGeometry%20x%3D%22845%22%20y%3D%221279%22%20width%3D%22100%22%20height%3D%2240%22%20as%3D%22geometry%22%20%2F%3E%0A%20%20%20%20%20%20%20%20%3C%2FmxCell%3E%0A%20%20%20%20%20%20%20%20%3CmxCell%20id%3D%22EbJOJEtTGNbocEegslOq-52%22%20value%3D%22%22%20style%3D%22endArrow%3Dnone%3Bhtml%3D1%3Brounded%3D0%3BexitX%3D0.5%3BexitY%3D0%3BexitDx%3D0%3BexitDy%3D0%3BentryX%3D0.25%3BentryY%3D1%3BentryDx%3D0%3BentryDy%3D0%3BfontSize%3D12%3B%22%20parent%3D%221%22%20source%3D%22EbJOJEtTGNbocEegslOq-51%22%20target%3D%22EbJOJEtTGNbocEegslOq-43%22%20edge%3D%221%22%3E%0A%20%20%20%20%20%20%20%20%20%20%3CmxGeometry%20relative%3D%221%22%20as%3D%22geometry%22%3E%0A%20%20%20%20%20%20%20%20%20%20%20%20%3CmxPoint%20x%3D%221210%22%20y%3D%221374%22%20as%3D%22sourcePoint%22%20%2F%3E%0A%20%20%20%20%20%20%20%20%20%20%20%20%3CmxPoint%20x%3D%221210%22%20y%3D%221344%22%20as%3D%22targetPoint%22%20%2F%3E%0A%20%20%20%20%20%20%20%20%20%20%3C%2FmxGeometry%3E%0A%20%20%20%20%20%20%20%20%3C%2FmxCell%3E%0A%20%20%20%20%20%20%20%20%3CmxCell%20id%3D%22EbJOJEtTGNbocEegslOq-53%22%20value%3D%22Machinery%20company%22%20style%3D%22whiteSpace%3Dwrap%3Bhtml%3D1%3Balign%3Dcenter%3BfontSize%3D12%3B%22%20parent%3D%221%22%20vertex%3D%221%22%3E%0A%20%20%20%20%20%20%20%20%20%20%3CmxGeometry%20x%3D%22830%22%20y%3D%221463%22%20width%3D%22130%22%20height%3D%2241%22%20as%3D%22geometry%22%20%2F%3E%0A%20%20%20%20%20%20%20%20%3C%2FmxCell%3E%0A%20%20%20%20%20%20%20%20%3CmxCell%20id%3D%22EbJOJEtTGNbocEegslOq-54%22%20value%3D%22Fabricates%22%20style%3D%22shape%3Drhombus%3Bperimeter%3DrhombusPerimeter%3BwhiteSpace%3Dwrap%3Bhtml%3D1%3Balign%3Dcenter%3BfontSize%3D12%3B%22%20parent%3D%221%22%20vertex%3D%221%22%3E%0A%20%20%20%20%20%20%20%20%20%20%3CmxGeometry%20x%3D%22830%22%20y%3D%221349%22%20width%3D%22100%22%20height%3D%2260%22%20as%3D%22geometry%22%20%2F%3E%0A%20%20%20%20%20%20%20%20%3C%2FmxCell%3E%0A%20%20%20%20%20%20%20%20%3CmxCell%20id%3D%22EbJOJEtTGNbocEegslOq-55%22%20value%3D%22%22%20style%3D%22shape%3Dlink%3Bhtml%3D1%3Brounded%3D0%3BentryX%3D1%3BentryY%3D0.75%3BentryDx%3D0%3BentryDy%3D0%3BexitX%3D1%3BexitY%3D0.5%3BexitDx%3D0%3BexitDy%3D0%3BedgeStyle%3DorthogonalEdgeStyle%3BfontSize%3D12%3B%22%20parent%3D%221%22%20source%3D%22EbJOJEtTGNbocEegslOq-54%22%20target%3D%22EbJOJEtTGNbocEegslOq-43%22%20edge%3D%221%22%3E%0A%20%20%20%20%20%20%20%20%20%20%3CmxGeometry%20relative%3D%221%22%20as%3D%22geometry%22%3E%0A%20%20%20%20%20%20%20%20%20%20%20%20%3CmxPoint%20x%3D%221030%22%20y%3D%221444%22%20as%3D%22sourcePoint%22%20%2F%3E%0A%20%20%20%20%20%20%20%20%20%20%20%20%3CmxPoint%20x%3D%221190%22%20y%3D%221444%22%20as%3D%22targetPoint%22%20%2F%3E%0A%20%20%20%20%20%20%20%20%20%20%3C%2FmxGeometry%3E%0A%20%20%20%20%20%20%20%20%3C%2FmxCell%3E%0A%20%20%20%20%20%20%20%20%3CmxCell%20id%3D%22EbJOJEtTGNbocEegslOq-56%22%20value%3D%22N%22%20style%3D%22resizable%3D0%3Bhtml%3D1%3BwhiteSpace%3Dwrap%3Balign%3Dright%3BverticalAlign%3Dbottom%3BfontSize%3D12%3B%22%20parent%3D%22EbJOJEtTGNbocEegslOq-55%22%20connectable%3D%220%22%20vertex%3D%221%22%3E%0A%20%20%20%20%20%20%20%20%20%20%3CmxGeometry%20x%3D%221%22%20relative%3D%221%22%20as%3D%22geometry%22%3E%0A%20%20%20%20%20%20%20%20%20%20%20%20%3CmxPoint%20x%3D%2220%22%20y%3D%2220%22%20as%3D%22offset%22%20%2F%3E%0A%20%20%20%20%20%20%20%20%20%20%3C%2FmxGeometry%3E%0A%20%20%20%20%20%20%20%20%3C%2FmxCell%3E%0A%20%20%20%20%20%20%20%20%3CmxCell%20id%3D%22EbJOJEtTGNbocEegslOq-57%22%20value%3D%22%22%20style%3D%22shape%3Dlink%3Bhtml%3D1%3Brounded%3D0%3BexitX%3D0.5%3BexitY%3D1%3BexitDx%3D0%3BexitDy%3D0%3BentryX%3D0.495%3BentryY%3D0.086%3BentryDx%3D0%3BentryDy%3D0%3BedgeStyle%3DorthogonalEdgeStyle%3BfontSize%3D12%3BentryPerimeter%3D0%3B%22%20parent%3D%221%22%20source%3D%22EbJOJEtTGNbocEegslOq-54%22%20target%3D%22EbJOJEtTGNbocEegslOq-53%22%20edge%3D%221%22%3E%0A%20%20%20%20%20%20%20%20%20%20%3CmxGeometry%20relative%3D%221%22%20as%3D%22geometry%22%3E%0A%20%20%20%20%20%20%20%20%20%20%20%20%3CmxPoint%20x%3D%221210%22%20y%3D%221544%22%20as%3D%22sourcePoint%22%20%2F%3E%0A%20%20%20%20%20%20%20%20%20%20%20%20%3CmxPoint%20x%3D%221370%22%20y%3D%221544%22%20as%3D%22targetPoint%22%20%2F%3E%0A%20%20%20%20%20%20%20%20%20%20%3C%2FmxGeometry%3E%0A%20%20%20%20%20%20%20%20%3C%2FmxCell%3E%0A%20%20%20%20%20%20%20%20%3CmxCell%20id%3D%22EbJOJEtTGNbocEegslOq-58%22%20value%3D%221%22%20style%3D%22resizable%3D0%3Bhtml%3D1%3BwhiteSpace%3Dwrap%3Balign%3Dright%3BverticalAlign%3Dbottom%3BfontSize%3D12%3B%22%20parent%3D%22EbJOJEtTGNbocEegslOq-57%22%20connectable%3D%220%22%20vertex%3D%221%22%3E%0A%20%20%20%20%20%20%20%20%20%20%3CmxGeometry%20x%3D%221%22%20relative%3D%221%22%20as%3D%22geometry%22%20%2F%3E%0A%20%20%20%20%20%20%20%20%3C%2FmxCell%3E%0A%20%20%20%20%20%20%20%20%3CmxCell%20id%3D%22EbJOJEtTGNbocEegslOq-59%22%20value%3D%22%22%20style%3D%22shape%3Dlink%3Bhtml%3D1%3Brounded%3D0%3BedgeStyle%3DorthogonalEdgeStyle%3BexitX%3D0%3BexitY%3D0.5%3BexitDx%3D0%3BexitDy%3D0%3BfontSize%3D12%3BentryX%3D1%3BentryY%3D0.75%3BentryDx%3D0%3BentryDy%3D0%3B%22%20parent%3D%221%22%20source%3D%22EbJOJEtTGNbocEegslOq-68%22%20target%3D%22EbJOJEtTGNbocEegslOq-2%22%20edge%3D%221%22%3E%0A%20%20%20%20%20%20%20%20%20%20%3CmxGeometry%20relative%3D%221%22%20as%3D%22geometry%22%3E%0A%20%20%20%20%20%20%20%20%20%20%20%20%3CmxPoint%20x%3D%221170%22%20y%3D%221704%22%20as%3D%22sourcePoint%22%20%2F%3E%0A%20%20%20%20%20%20%20%20%20%20%20%20%3CmxPoint%20x%3D%22850%22%20y%3D%221484%22%20as%3D%22targetPoint%22%20%2F%3E%0A%20%20%20%20%20%20%20%20%20%20%20%20%3CArray%20as%3D%22points%22%3E%0A%20%20%20%20%20%20%20%20%20%20%20%20%20%20%3CmxPoint%20x%3D%22760%22%20y%3D%221594%22%20%2F%3E%0A%20%20%20%20%20%20%20%20%20%20%20%20%20%20%3CmxPoint%20x%3D%22760%22%20y%3D%221494%22%20%2F%3E%0A%20%20%20%20%20%20%20%20%20%20%20%20%20%20%3CmxPoint%20x%3D%22730%22%20y%3D%221494%22%20%2F%3E%0A%20%20%20%20%20%20%20%20%20%20%20%20%3C%2FArray%3E%0A%20%20%20%20%20%20%20%20%20%20%3C%2FmxGeometry%3E%0A%20%20%20%20%20%20%20%20%3C%2FmxCell%3E%0A%20%20%20%20%20%20%20%20%3CmxCell%20id%3D%22EbJOJEtTGNbocEegslOq-60%22%20value%3D%22N%22%20style%3D%22resizable%3D0%3Bhtml%3D1%3BwhiteSpace%3Dwrap%3Balign%3Dright%3BverticalAlign%3Dbottom%3BfontSize%3D12%3B%22%20parent%3D%22EbJOJEtTGNbocEegslOq-59%22%20connectable%3D%220%22%20vertex%3D%221%22%3E%0A%20%20%20%20%20%20%20%20%20%20%3CmxGeometry%20x%3D%221%22%20relative%3D%221%22%20as%3D%22geometry%22%3E%0A%20%20%20%20%20%20%20%20%20%20%20%20%3CmxPoint%20x%3D%2220%22%20y%3D%2221%22%20as%3D%22offset%22%20%2F%3E%0A%20%20%20%20%20%20%20%20%20%20%3C%2FmxGeometry%3E%0A%20%20%20%20%20%20%20%20%3C%2FmxCell%3E%0A%20%20%20%20%20%20%20%20%3CmxCell%20id%3D%22EbJOJEtTGNbocEegslOq-61%22%20value%3D%22Orders%22%20style%3D%22shape%3Drhombus%3Bperimeter%3DrhombusPerimeter%3BwhiteSpace%3Dwrap%3Bhtml%3D1%3Balign%3Dcenter%3BfontSize%3D12%3B%22%20parent%3D%221%22%20vertex%3D%221%22%3E%0A%20%20%20%20%20%20%20%20%20%20%3CmxGeometry%20x%3D%22960%22%20y%3D%22852%22%20width%3D%22120%22%20height%3D%2260%22%20as%3D%22geometry%22%20%2F%3E%0A%20%20%20%20%20%20%20%20%3C%2FmxCell%3E%0A%20%20%20%20%20%20%20%20%3CmxCell%20id%3D%22EbJOJEtTGNbocEegslOq-62%22%20value%3D%22%22%20style%3D%22endArrow%3Dnone%3Bhtml%3D1%3Brounded%3D0%3BentryX%3D0.75%3BentryY%3D0%3BentryDx%3D0%3BentryDy%3D0%3BexitX%3D0%3BexitY%3D0.5%3BexitDx%3D0%3BexitDy%3D0%3BedgeStyle%3DorthogonalEdgeStyle%3BfontSize%3D12%3B%22%20parent%3D%221%22%20source%3D%22EbJOJEtTGNbocEegslOq-61%22%20target%3D%22EbJOJEtTGNbocEegslOq-3%22%20edge%3D%221%22%3E%0A%20%20%20%20%20%20%20%20%20%20%3CmxGeometry%20relative%3D%221%22%20as%3D%22geometry%22%3E%0A%20%20%20%20%20%20%20%20%20%20%20%20%3CmxPoint%20x%3D%22680%22%20y%3D%22974%22%20as%3D%22sourcePoint%22%20%2F%3E%0A%20%20%20%20%20%20%20%20%20%20%20%20%3CmxPoint%20x%3D%22840%22%20y%3D%22974%22%20as%3D%22targetPoint%22%20%2F%3E%0A%20%20%20%20%20%20%20%20%20%20%20%20%3CArray%20as%3D%22points%22%3E%0A%20%20%20%20%20%20%20%20%20%20%20%20%20%20%3CmxPoint%20x%3D%22780%22%20y%3D%22882%22%20%2F%3E%0A%20%20%20%20%20%20%20%20%20%20%20%20%20%20%3CmxPoint%20x%3D%22780%22%20y%3D%221044%22%20%2F%3E%0A%20%20%20%20%20%20%20%20%20%20%20%20%20%20%3CmxPoint%20x%3D%22705%22%20y%3D%221044%22%20%2F%3E%0A%20%20%20%20%20%20%20%20%20%20%20%20%3C%2FArray%3E%0A%20%20%20%20%20%20%20%20%20%20%3C%2FmxGeometry%3E%0A%20%20%20%20%20%20%20%20%3C%2FmxCell%3E%0A%20%20%20%20%20%20%20%20%3CmxCell%20id%3D%22EbJOJEtTGNbocEegslOq-63%22%20value%3D%22N%22%20style%3D%22resizable%3D0%3Bhtml%3D1%3BwhiteSpace%3Dwrap%3Balign%3Dright%3BverticalAlign%3Dbottom%3BfontSize%3D12%3B%22%20parent%3D%22EbJOJEtTGNbocEegslOq-62%22%20connectable%3D%220%22%20vertex%3D%221%22%3E%0A%20%20%20%20%20%20%20%20%20%20%3CmxGeometry%20x%3D%221%22%20relative%3D%221%22%20as%3D%22geometry%22%20%2F%3E%0A%20%20%20%20%20%20%20%20%3C%2FmxCell%3E%0A%20%20%20%20%20%20%20%20%3CmxCell%20id%3D%22EbJOJEtTGNbocEegslOq-64%22%20value%3D%22%22%20style%3D%22endArrow%3Dnone%3Bhtml%3D1%3Brounded%3D0%3BentryX%3D0.5%3BentryY%3D0%3BentryDx%3D0%3BentryDy%3D0%3BexitX%3D1%3BexitY%3D0.5%3BexitDx%3D0%3BexitDy%3D0%3BedgeStyle%3DorthogonalEdgeStyle%3BfontSize%3D12%3B%22%20parent%3D%221%22%20source%3D%22EbJOJEtTGNbocEegslOq-61%22%20target%3D%22EbJOJEtTGNbocEegslOq-53%22%20edge%3D%221%22%3E%0A%20%20%20%20%20%20%20%20%20%20%3CmxGeometry%20relative%3D%221%22%20as%3D%22geometry%22%3E%0A%20%20%20%20%20%20%20%20%20%20%20%20%3CmxPoint%20x%3D%221510%22%20y%3D%221334%22%20as%3D%22sourcePoint%22%20%2F%3E%0A%20%20%20%20%20%20%20%20%20%20%20%20%3CmxPoint%20x%3D%221670%22%20y%3D%221334%22%20as%3D%22targetPoint%22%20%2F%3E%0A%20%20%20%20%20%20%20%20%20%20%20%20%3CArray%20as%3D%22points%22%3E%0A%20%20%20%20%20%20%20%20%20%20%20%20%20%20%3CmxPoint%20x%3D%221090%22%20y%3D%22882%22%20%2F%3E%0A%20%20%20%20%20%20%20%20%20%20%20%20%20%20%3CmxPoint%20x%3D%221090%22%20y%3D%221294%22%20%2F%3E%0A%20%20%20%20%20%20%20%20%20%20%20%20%20%20%3CmxPoint%20x%3D%22990%22%20y%3D%221294%22%20%2F%3E%0A%20%20%20%20%20%20%20%20%20%20%20%20%20%20%3CmxPoint%20x%3D%22990%22%20y%3D%221404%22%20%2F%3E%0A%20%20%20%20%20%20%20%20%20%20%20%20%20%20%3CmxPoint%20x%3D%22925%22%20y%3D%221404%22%20%2F%3E%0A%20%20%20%20%20%20%20%20%20%20%20%20%20%20%3CmxPoint%20x%3D%22925%22%20y%3D%221463%22%20%2F%3E%0A%20%20%20%20%20%20%20%20%20%20%20%20%3C%2FArray%3E%0A%20%20%20%20%20%20%20%20%20%20%3C%2FmxGeometry%3E%0A%20%20%20%20%20%20%20%20%3C%2FmxCell%3E%0A%20%20%20%20%20%20%20%20%3CmxCell%20id%3D%22EbJOJEtTGNbocEegslOq-65%22%20value%3D%22N%22%20style%3D%22resizable%3D0%3Bhtml%3D1%3BwhiteSpace%3Dwrap%3Balign%3Dright%3BverticalAlign%3Dbottom%3BfontSize%3D12%3B%22%20parent%3D%22EbJOJEtTGNbocEegslOq-64%22%20connectable%3D%220%22%20vertex%3D%221%22%3E%0A%20%20%20%20%20%20%20%20%20%20%3CmxGeometry%20x%3D%221%22%20relative%3D%221%22%20as%3D%22geometry%22%20%2F%3E%0A%20%20%20%20%20%20%20%20%3C%2FmxCell%3E%0A%20%20%20%20%20%20%20%20%3CmxCell%20id%3D%22EbJOJEtTGNbocEegslOq-66%22%20value%3D%22%22%20style%3D%22shape%3Dlink%3Bhtml%3D1%3Brounded%3D0%3BexitX%3D0.5%3BexitY%3D1%3BexitDx%3D0%3BexitDy%3D0%3BentryX%3D1%3BentryY%3D0.25%3BentryDx%3D0%3BentryDy%3D0%3BfontSize%3D12%3BedgeStyle%3DorthogonalEdgeStyle%3B%22%20parent%3D%221%22%20source%3D%22EbJOJEtTGNbocEegslOq-61%22%20target%3D%22EbJOJEtTGNbocEegslOq-43%22%20edge%3D%221%22%3E%0A%20%20%20%20%20%20%20%20%20%20%3CmxGeometry%20relative%3D%221%22%20as%3D%22geometry%22%3E%0A%20%20%20%20%20%20%20%20%20%20%20%20%3CmxPoint%20x%3D%221210%22%20y%3D%221154%22%20as%3D%22sourcePoint%22%20%2F%3E%0A%20%20%20%20%20%20%20%20%20%20%20%20%3CmxPoint%20x%3D%221370%22%20y%3D%221154%22%20as%3D%22targetPoint%22%20%2F%3E%0A%20%20%20%20%20%20%20%20%20%20%20%20%3CArray%20as%3D%22points%22%3E%0A%20%20%20%20%20%20%20%20%20%20%20%20%20%20%3CmxPoint%20x%3D%221070%22%20y%3D%221094%22%20%2F%3E%0A%20%20%20%20%20%20%20%20%20%20%20%20%20%20%3CmxPoint%20x%3D%221020%22%20y%3D%221094%22%20%2F%3E%0A%20%20%20%20%20%20%20%20%20%20%20%20%20%20%3CmxPoint%20x%3D%221020%22%20y%3D%221350%22%20%2F%3E%0A%20%20%20%20%20%20%20%20%20%20%20%20%3C%2FArray%3E%0A%20%20%20%20%20%20%20%20%20%20%3C%2FmxGeometry%3E%0A%20%20%20%20%20%20%20%20%3C%2FmxCell%3E%0A%20%20%20%20%20%20%20%20%3CmxCell%20id%3D%22EbJOJEtTGNbocEegslOq-67%22%20value%3D%22N%22%20style%3D%22resizable%3D0%3Bhtml%3D1%3BwhiteSpace%3Dwrap%3Balign%3Dright%3BverticalAlign%3Dbottom%3BfontSize%3D12%3B%22%20parent%3D%22EbJOJEtTGNbocEegslOq-66%22%20connectable%3D%220%22%20vertex%3D%221%22%3E%0A%20%20%20%20%20%20%20%20%20%20%3CmxGeometry%20x%3D%221%22%20relative%3D%221%22%20as%3D%22geometry%22%20%2F%3E%0A%20%20%20%20%20%20%20%20%3C%2FmxCell%3E%0A%20%20%20%20%20%20%20%20%3CmxCell%20id%3D%22EbJOJEtTGNbocEegslOq-68%22%20value%3D%22Builds%22%20style%3D%22shape%3Drhombus%3Bperimeter%3DrhombusPerimeter%3BwhiteSpace%3Dwrap%3Bhtml%3D1%3Balign%3Dcenter%3BfontSize%3D12%3B%22%20parent%3D%221%22%20vertex%3D%221%22%3E%0A%20%20%20%20%20%20%20%20%20%20%3CmxGeometry%20x%3D%22770%22%20y%3D%221564%22%20width%3D%22100%22%20height%3D%2260%22%20as%3D%22geometry%22%20%2F%3E%0A%20%20%20%20%20%20%20%20%3C%2FmxCell%3E%0A%20%20%20%20%20%20%20%20%3CmxCell%20id%3D%22EbJOJEtTGNbocEegslOq-69%22%20value%3D%22%22%20style%3D%22shape%3Dlink%3Bhtml%3D1%3Brounded%3D0%3BexitX%3D1%3BexitY%3D0.5%3BexitDx%3D0%3BexitDy%3D0%3BentryX%3D0.5%3BentryY%3D1%3BentryDx%3D0%3BentryDy%3D0%3BedgeStyle%3DorthogonalEdgeStyle%3BfontSize%3D12%3B%22%20parent%3D%221%22%20source%3D%22EbJOJEtTGNbocEegslOq-68%22%20target%3D%22EbJOJEtTGNbocEegslOq-53%22%20edge%3D%221%22%3E%0A%20%20%20%20%20%20%20%20%20%20%3CmxGeometry%20relative%3D%221%22%20as%3D%22geometry%22%3E%0A%20%20%20%20%20%20%20%20%20%20%20%20%3CmxPoint%20x%3D%221410%22%20y%3D%221704%22%20as%3D%22sourcePoint%22%20%2F%3E%0A%20%20%20%20%20%20%20%20%20%20%20%20%3CmxPoint%20x%3D%221570%22%20y%3D%221704%22%20as%3D%22targetPoint%22%20%2F%3E%0A%20%20%20%20%20%20%20%20%20%20%20%20%3CArray%20as%3D%22points%22%3E%0A%20%20%20%20%20%20%20%20%20%20%20%20%20%20%3CmxPoint%20x%3D%22895%22%20y%3D%221594%22%20%2F%3E%0A%20%20%20%20%20%20%20%20%20%20%20%20%3C%2FArray%3E%0A%20%20%20%20%20%20%20%20%20%20%3C%2FmxGeometry%3E%0A%20%20%20%20%20%20%20%20%3C%2FmxCell%3E%0A%20%20%20%20%20%20%20%20%3CmxCell%20id%3D%22EbJOJEtTGNbocEegslOq-70%22%20value%3D%221%22%20style%3D%22resizable%3D0%3Bhtml%3D1%3BwhiteSpace%3Dwrap%3Balign%3Dright%3BverticalAlign%3Dbottom%3BfontSize%3D12%3B%22%20parent%3D%22EbJOJEtTGNbocEegslOq-69%22%20connectable%3D%220%22%20vertex%3D%221%22%3E%0A%20%20%20%20%20%20%20%20%20%20%3CmxGeometry%20x%3D%221%22%20relative%3D%221%22%20as%3D%22geometry%22%3E%0A%20%20%20%20%20%20%20%20%20%20%20%20%3CmxPoint%20x%3D%2215%22%20y%3D%2219%22%20as%3D%22offset%22%20%2F%3E%0A%20%20%20%20%20%20%20%20%20%20%3C%2FmxGeometry%3E%0A%20%20%20%20%20%20%20%20%3C%2FmxCell%3E%0A%20%20%20%20%20%20%20%20%3CmxCell%20id%3D%22EbJOJEtTGNbocEegslOq-71%22%20value%3D%22Full%20name%22%20style%3D%22ellipse%3BwhiteSpace%3Dwrap%3Bhtml%3D1%3Balign%3Dcenter%3BfontSize%3D12%3B%22%20parent%3D%221%22%20vertex%3D%221%22%3E%0A%20%20%20%20%20%20%20%20%20%20%3CmxGeometry%20x%3D%2250%22%20y%3D%221164%22%20width%3D%22100%22%20height%3D%2240%22%20as%3D%22geometry%22%20%2F%3E%0A%20%20%20%20%20%20%20%20%3C%2FmxCell%3E%0A%20%20%20%20%20%20%20%20%3CmxCell%20id%3D%22EbJOJEtTGNbocEegslOq-72%22%20value%3D%22%22%20style%3D%22endArrow%3Dnone%3Bhtml%3D1%3Brounded%3D0%3BexitX%3D0.25%3BexitY%3D0%3BexitDx%3D0%3BexitDy%3D0%3BentryX%3D0.5%3BentryY%3D1%3BentryDx%3D0%3BentryDy%3D0%3BfontSize%3D12%3B%22%20parent%3D%221%22%20source%3D%22EbJOJEtTGNbocEegslOq-4%22%20target%3D%22EbJOJEtTGNbocEegslOq-71%22%20edge%3D%221%22%3E%0A%20%20%20%20%20%20%20%20%20%20%3CmxGeometry%20relative%3D%221%22%20as%3D%22geometry%22%3E%0A%20%20%20%20%20%20%20%20%20%20%20%20%3CmxPoint%20x%3D%22260%22%20y%3D%221104%22%20as%3D%22sourcePoint%22%20%2F%3E%0A%20%20%20%20%20%20%20%20%20%20%20%20%3CmxPoint%20x%3D%22260%22%20y%3D%221134%22%20as%3D%22targetPoint%22%20%2F%3E%0A%20%20%20%20%20%20%20%20%20%20%3C%2FmxGeometry%3E%0A%20%20%20%20%20%20%20%20%3C%2FmxCell%3E%0A%20%20%20%20%20%20%20%20%3CmxCell%20id%3D%22EbJOJEtTGNbocEegslOq-73%22%20value%3D%22Second%20name%22%20style%3D%22ellipse%3BwhiteSpace%3Dwrap%3Bhtml%3D1%3Balign%3Dcenter%3BfontSize%3D12%3B%22%20parent%3D%221%22%20vertex%3D%221%22%3E%0A%20%20%20%20%20%20%20%20%20%20%3CmxGeometry%20y%3D%221084%22%20width%3D%22100%22%20height%3D%2240%22%20as%3D%22geometry%22%20%2F%3E%0A%20%20%20%20%20%20%20%20%3C%2FmxCell%3E%0A%20%20%20%20%20%20%20%20%3CmxCell%20id%3D%22EbJOJEtTGNbocEegslOq-74%22%20value%3D%22First%20name%22%20style%3D%22ellipse%3BwhiteSpace%3Dwrap%3Bhtml%3D1%3Balign%3Dcenter%3BfontSize%3D12%3B%22%20parent%3D%221%22%20vertex%3D%221%22%3E%0A%20%20%20%20%20%20%20%20%20%20%3CmxGeometry%20x%3D%2260%22%20y%3D%221022%22%20width%3D%22100%22%20height%3D%2240%22%20as%3D%22geometry%22%20%2F%3E%0A%20%20%20%20%20%20%20%20%3C%2FmxCell%3E%0A%20%20%20%20%20%20%20%20%3CmxCell%20id%3D%22EbJOJEtTGNbocEegslOq-75%22%20value%3D%22Middle%20name%22%20style%3D%22ellipse%3BwhiteSpace%3Dwrap%3Bhtml%3D1%3Balign%3Dcenter%3BfontSize%3D12%3B%22%20parent%3D%221%22%20vertex%3D%221%22%3E%0A%20%20%20%20%20%20%20%20%20%20%3CmxGeometry%20x%3D%22120%22%20y%3D%221084%22%20width%3D%22100%22%20height%3D%2240%22%20as%3D%22geometry%22%20%2F%3E%0A%20%20%20%20%20%20%20%20%3C%2FmxCell%3E%0A%20%20%20%20%20%20%20%20%3CmxCell%20id%3D%22EbJOJEtTGNbocEegslOq-76%22%20value%3D%22%22%20style%3D%22endArrow%3Dnone%3Bhtml%3D1%3Brounded%3D0%3BexitX%3D0.5%3BexitY%3D1%3BexitDx%3D0%3BexitDy%3D0%3BentryX%3D0.5%3BentryY%3D0%3BentryDx%3D0%3BentryDy%3D0%3BfontSize%3D12%3B%22%20parent%3D%221%22%20source%3D%22EbJOJEtTGNbocEegslOq-73%22%20target%3D%22EbJOJEtTGNbocEegslOq-71%22%20edge%3D%221%22%3E%0A%20%20%20%20%20%20%20%20%20%20%3CmxGeometry%20relative%3D%221%22%20as%3D%22geometry%22%3E%0A%20%20%20%20%20%20%20%20%20%20%20%20%3CmxPoint%20x%3D%22200%22%20y%3D%221004%22%20as%3D%22sourcePoint%22%20%2F%3E%0A%20%20%20%20%20%20%20%20%20%20%20%20%3CmxPoint%20x%3D%22200%22%20y%3D%221034%22%20as%3D%22targetPoint%22%20%2F%3E%0A%20%20%20%20%20%20%20%20%20%20%3C%2FmxGeometry%3E%0A%20%20%20%20%20%20%20%20%3C%2FmxCell%3E%0A%20%20%20%20%20%20%20%20%3CmxCell%20id%3D%22EbJOJEtTGNbocEegslOq-77%22%20value%3D%22%22%20style%3D%22endArrow%3Dnone%3Bhtml%3D1%3Brounded%3D0%3BexitX%3D0.5%3BexitY%3D1%3BexitDx%3D0%3BexitDy%3D0%3BentryX%3D0.5%3BentryY%3D0%3BentryDx%3D0%3BentryDy%3D0%3BfontSize%3D12%3B%22%20parent%3D%221%22%20source%3D%22EbJOJEtTGNbocEegslOq-74%22%20target%3D%22EbJOJEtTGNbocEegslOq-71%22%20edge%3D%221%22%3E%0A%20%20%20%20%20%20%20%20%20%20%3CmxGeometry%20relative%3D%221%22%20as%3D%22geometry%22%3E%0A%20%20%20%20%20%20%20%20%20%20%20%20%3CmxPoint%20x%3D%22310%22%20y%3D%221024%22%20as%3D%22sourcePoint%22%20%2F%3E%0A%20%20%20%20%20%20%20%20%20%20%20%20%3CmxPoint%20x%3D%22310%22%20y%3D%221054%22%20as%3D%22targetPoint%22%20%2F%3E%0A%20%20%20%20%20%20%20%20%20%20%3C%2FmxGeometry%3E%0A%20%20%20%20%20%20%20%20%3C%2FmxCell%3E%0A%20%20%20%20%20%20%20%20%3CmxCell%20id%3D%22EbJOJEtTGNbocEegslOq-78%22%20value%3D%22%22%20style%3D%22endArrow%3Dnone%3Bhtml%3D1%3Brounded%3D0%3BexitX%3D0.5%3BexitY%3D1%3BexitDx%3D0%3BexitDy%3D0%3BentryX%3D0.5%3BentryY%3D0%3BentryDx%3D0%3BentryDy%3D0%3BfontSize%3D12%3B%22%20parent%3D%221%22%20source%3D%22EbJOJEtTGNbocEegslOq-75%22%20target%3D%22EbJOJEtTGNbocEegslOq-71%22%20edge%3D%221%22%3E%0A%20%20%20%20%20%20%20%20%20%20%3CmxGeometry%20relative%3D%221%22%20as%3D%22geometry%22%3E%0A%20%20%20%20%20%20%20%20%20%20%20%20%3CmxPoint%20x%3D%22470%22%20y%3D%221034%22%20as%3D%22sourcePoint%22%20%2F%3E%0A%20%20%20%20%20%20%20%20%20%20%20%20%3CmxPoint%20x%3D%22470%22%20y%3D%221064%22%20as%3D%22targetPoint%22%20%2F%3E%0A%20%20%20%20%20%20%20%20%20%20%3C%2FmxGeometry%3E%0A%20%20%20%20%20%20%20%20%3C%2FmxCell%3E%0A%20%20%20%20%20%20%20%20%3CmxCell%20id%3D%22EbJOJEtTGNbocEegslOq-79%22%20value%3D%22o%22%20style%3D%22ellipse%3BwhiteSpace%3Dwrap%3Bhtml%3D1%3Baspect%3Dfixed%3BstrokeColor%3Ddefault%3Balign%3Dcenter%3BverticalAlign%3Dmiddle%3BfontFamily%3DHelvetica%3BfontSize%3D12%3BfontColor%3Ddefault%3BfillColor%3Ddefault%3Bshadow%3D0%3B%22%20parent%3D%221%22%20vertex%3D%221%22%3E%0A%20%20%20%20%20%20%20%20%20%20%3CmxGeometry%20x%3D%22345%22%20y%3D%221194%22%20width%3D%2230%22%20height%3D%2230%22%20as%3D%22geometry%22%20%2F%3E%0A%20%20%20%20%20%20%20%20%3C%2FmxCell%3E%0A%20%20%20%20%20%20%20%20%3CmxCell%20id%3D%22EbJOJEtTGNbocEegslOq-80%22%20value%3D%22o%22%20style%3D%22ellipse%3BwhiteSpace%3Dwrap%3Bhtml%3D1%3Baspect%3Dfixed%3BstrokeColor%3Ddefault%3Balign%3Dcenter%3BverticalAlign%3Dmiddle%3BfontFamily%3DHelvetica%3BfontSize%3D12%3BfontColor%3Ddefault%3BfillColor%3Ddefault%3Bshadow%3D0%3B%22%20parent%3D%221%22%20vertex%3D%221%22%3E%0A%20%20%20%20%20%20%20%20%20%20%3CmxGeometry%20x%3D%22475%22%20y%3D%221394.68%22%20width%3D%2225%22%20height%3D%2225%22%20as%3D%22geometry%22%20%2F%3E%0A%20%20%20%20%20%20%20%20%3C%2FmxCell%3E%0A%20%20%20%20%20%20%20%20%3CmxCell%20id%3D%22EbJOJEtTGNbocEegslOq-81%22%20value%3D%22%22%20style%3D%22endArrow%3Dnone%3Bhtml%3D1%3Brounded%3D0%3BexitX%3D0.483%3BexitY%3D0.993%3BexitDx%3D0%3BexitDy%3D0%3BentryX%3D0.5%3BentryY%3D0%3BentryDx%3D0%3BentryDy%3D0%3BfontSize%3D12%3BexitPerimeter%3D0%3Bshape%3Dlink%3B%22%20parent%3D%221%22%20source%3D%22EbJOJEtTGNbocEegslOq-5%22%20target%3D%22EbJOJEtTGNbocEegslOq-80%22%20edge%3D%221%22%3E%0A%20%20%20%20%20%20%20%20%20%20%3CmxGeometry%20relative%3D%221%22%20as%3D%22geometry%22%3E%0A%20%20%20%20%20%20%20%20%20%20%20%20%3CmxPoint%20x%3D%22495%22%20y%3D%221359.68%22%20as%3D%22sourcePoint%22%20%2F%3E%0A%20%20%20%20%20%20%20%20%20%20%20%20%3CmxPoint%20x%3D%22485%22%20y%3D%221419.68%22%20as%3D%22targetPoint%22%20%2F%3E%0A%20%20%20%20%20%20%20%20%20%20%3C%2FmxGeometry%3E%0A%20%20%20%20%20%20%20%20%3C%2FmxCell%3E%0A%20%20%20%20%20%20%20%20%3CmxCell%20id%3D%22EbJOJEtTGNbocEegslOq-82%22%20value%3D%22%22%20style%3D%22verticalLabelPosition%3Dbottom%3BverticalAlign%3Dtop%3Bhtml%3D1%3Bshape%3Dmxgraph.basic.arc%3BstartAngle%3D0.8034185343768369%3BendAngle%3D0.25454604733782427%3BstrokeColor%3Ddefault%3Balign%3Dcenter%3BfontFamily%3DHelvetica%3BfontSize%3D12%3BfontColor%3Ddefault%3BfillColor%3Ddefault%3B%22%20parent%3D%221%22%20vertex%3D%221%22%3E%0A%20%20%20%20%20%20%20%20%20%20%3CmxGeometry%20x%3D%22482.5%22%20y%3D%221384.68%22%20width%3D%2210%22%20height%3D%2210%22%20as%3D%22geometry%22%20%2F%3E%0A%20%20%20%20%20%20%20%20%3C%2FmxCell%3E%0A%20%20%20%20%20%20%20%20%3CmxCell%20id%3D%22EbJOJEtTGNbocEegslOq-83%22%20value%3D%22%22%20style%3D%22endArrow%3Dnone%3Bhtml%3D1%3Brounded%3D0%3BexitX%3D0%3BexitY%3D0.5%3BexitDx%3D0%3BexitDy%3D0%3BentryX%3D1%3BentryY%3D0.5%3BentryDx%3D0%3BentryDy%3D0%3BfontSize%3D12%3B%22%20parent%3D%221%22%20source%3D%22EbJOJEtTGNbocEegslOq-80%22%20target%3D%22EbJOJEtTGNbocEegslOq-6%22%20edge%3D%221%22%3E%0A%20%20%20%20%20%20%20%20%20%20%3CmxGeometry%20relative%3D%221%22%20as%3D%22geometry%22%3E%0A%20%20%20%20%20%20%20%20%20%20%20%20%3CmxPoint%20x%3D%22427%22%20y%3D%221409.68%22%20as%3D%22sourcePoint%22%20%2F%3E%0A%20%20%20%20%20%20%20%20%20%20%20%20%3CmxPoint%20x%3D%22420%22%20y%3D%221444.68%22%20as%3D%22targetPoint%22%20%2F%3E%0A%20%20%20%20%20%20%20%20%20%20%3C%2FmxGeometry%3E%0A%20%20%20%20%20%20%20%20%3C%2FmxCell%3E%0A%20%20%20%20%20%20%20%20%3CmxCell%20id%3D%22EbJOJEtTGNbocEegslOq-84%22%20value%3D%22%22%20style%3D%22endArrow%3Dnone%3Bhtml%3D1%3Brounded%3D0%3BentryX%3D1%3BentryY%3D0.5%3BentryDx%3D0%3BentryDy%3D0%3BfontSize%3D12%3BexitX%3D0%3BexitY%3D0.5%3BexitDx%3D0%3BexitDy%3D0%3B%22%20parent%3D%221%22%20source%3D%22EbJOJEtTGNbocEegslOq-80%22%20target%3D%22EbJOJEtTGNbocEegslOq-7%22%20edge%3D%221%22%3E%0A%20%20%20%20%20%20%20%20%20%20%3CmxGeometry%20relative%3D%221%22%20as%3D%22geometry%22%3E%0A%20%20%20%20%20%20%20%20%20%20%20%20%3CmxPoint%20x%3D%22460%22%20y%3D%221424%22%20as%3D%22sourcePoint%22%20%2F%3E%0A%20%20%20%20%20%20%20%20%20%20%20%20%3CmxPoint%20x%3D%22540%22%20y%3D%221454.68%22%20as%3D%22targetPoint%22%20%2F%3E%0A%20%20%20%20%20%20%20%20%20%20%3C%2FmxGeometry%3E%0A%20%20%20%20%20%20%20%20%3C%2FmxCell%3E%0A%20%20%20%20%20%20%20%20%3CmxCell%20id%3D%22EbJOJEtTGNbocEegslOq-85%22%20value%3D%22Address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22240%22%20y%3D%221094%22%20width%3D%22100%22%20height%3D%2240%22%20as%3D%22geometry%22%20%2F%3E%0A%20%20%20%20%20%20%20%20%3C%2FmxCell%3E%0A%20%20%20%20%20%20%20%20%3CmxCell%20id%3D%22EbJOJEtTGNbocEegslOq-86%22%20value%3D%22%22%20style%3D%22endArrow%3Dnone%3Bhtml%3D1%3Brounded%3D0%3BexitX%3D0.5%3BexitY%3D1%3BexitDx%3D0%3BexitDy%3D0%3BentryX%3D0.75%3BentryY%3D0%3BentryDx%3D0%3BentryDy%3D0%3BfontSize%3D12%3B%22%20parent%3D%221%22%20source%3D%22EbJOJEtTGNbocEegslOq-85%22%20target%3D%22EbJOJEtTGNbocEegslOq-4%22%20edge%3D%221%22%3E%0A%20%20%20%20%20%20%20%20%20%20%3CmxGeometry%20relative%3D%221%22%20as%3D%22geometry%22%3E%0A%20%20%20%20%20%20%20%20%20%20%20%20%3CmxPoint%20x%3D%22600%22%20y%3D%22994%22%20as%3D%22sourcePoint%22%20%2F%3E%0A%20%20%20%20%20%20%20%20%20%20%20%20%3CmxPoint%20x%3D%22430%22%20y%3D%221044%22%20as%3D%22targetPoint%22%20%2F%3E%0A%20%20%20%20%20%20%20%20%20%20%3C%2FmxGeometry%3E%0A%20%20%20%20%20%20%20%20%3C%2FmxCell%3E%0A%20%20%20%20%20%20%20%20%3CmxCell%20id%3D%22EbJOJEtTGNbocEegslOq-87%22%20value%3D%22Country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2270%22%20y%3D%22944%22%20width%3D%22100%22%20height%3D%2240%22%20as%3D%22geometry%22%20%2F%3E%0A%20%20%20%20%20%20%20%20%3C%2FmxCell%3E%0A%20%20%20%20%20%20%20%20%3CmxCell%20id%3D%22EbJOJEtTGNbocEegslOq-88%22%20value%3D%22%22%20style%3D%22endArrow%3Dnone%3Bhtml%3D1%3Brounded%3D0%3BexitX%3D0%3BexitY%3D0.5%3BexitDx%3D0%3BexitDy%3D0%3BentryX%3D0.5%3BentryY%3D1%3BentryDx%3D0%3BentryDy%3D0%3BfontSize%3D12%3B%22%20parent%3D%221%22%20source%3D%22EbJOJEtTGNbocEegslOq-85%22%20target%3D%22EbJOJEtTGNbocEegslOq-87%22%20edge%3D%221%22%3E%0A%20%20%20%20%20%20%20%20%20%20%3CmxGeometry%20relative%3D%221%22%20as%3D%22geometry%22%3E%0A%20%20%20%20%20%20%20%20%20%20%20%20%3CmxPoint%20x%3D%22535%22%20y%3D%22914%22%20as%3D%22sourcePoint%22%20%2F%3E%0A%20%20%20%20%20%20%20%20%20%20%20%20%3CmxPoint%20x%3D%22365%22%20y%3D%22964%22%20as%3D%22targetPoint%22%20%2F%3E%0A%20%20%20%20%20%20%20%20%20%20%3C%2FmxGeometry%3E%0A%20%20%20%20%20%20%20%20%3C%2FmxCell%3E%0A%20%20%20%20%20%20%20%20%3CmxCell%20id%3D%22EbJOJEtTGNbocEegslOq-89%22%20value%3D%22City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22160%22%20y%3D%22982%22%20width%3D%22100%22%20height%3D%2240%22%20as%3D%22geometry%22%20%2F%3E%0A%20%20%20%20%20%20%20%20%3C%2FmxCell%3E%0A%20%20%20%20%20%20%20%20%3CmxCell%20id%3D%22EbJOJEtTGNbocEegslOq-90%22%20value%3D%22%22%20style%3D%22endArrow%3Dnone%3Bhtml%3D1%3Brounded%3D0%3BexitX%3D0%3BexitY%3D0%3BexitDx%3D0%3BexitDy%3D0%3BentryX%3D0.5%3BentryY%3D1%3BentryDx%3D0%3BentryDy%3D0%3BfontSize%3D12%3B%22%20parent%3D%221%22%20source%3D%22EbJOJEtTGNbocEegslOq-85%22%20target%3D%22EbJOJEtTGNbocEegslOq-89%22%20edge%3D%221%22%3E%0A%20%20%20%20%20%20%20%20%20%20%3CmxGeometry%20relative%3D%221%22%20as%3D%22geometry%22%3E%0A%20%20%20%20%20%20%20%20%20%20%20%20%3CmxPoint%20x%3D%22670%22%20y%3D%221030%22%20as%3D%22sourcePoint%22%20%2F%3E%0A%20%20%20%20%20%20%20%20%20%20%20%20%3CmxPoint%20x%3D%22595%22%20y%3D%22984%22%20as%3D%22targetPoint%22%20%2F%3E%0A%20%20%20%20%20%20%20%20%20%20%3C%2FmxGeometry%3E%0A%20%20%20%20%20%20%20%20%3C%2FmxCell%3E%0A%20%20%20%20%20%20%20%20%3CmxCell%20id%3D%22EbJOJEtTGNbocEegslOq-91%22%20value%3D%22Street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22210%22%20y%3D%22934%22%20width%3D%22100%22%20height%3D%2240%22%20as%3D%22geometry%22%20%2F%3E%0A%20%20%20%20%20%20%20%20%3C%2FmxCell%3E%0A%20%20%20%20%20%20%20%20%3CmxCell%20id%3D%22EbJOJEtTGNbocEegslOq-92%22%20value%3D%22%22%20style%3D%22endArrow%3Dnone%3Bhtml%3D1%3Brounded%3D0%3BexitX%3D0.5%3BexitY%3D0%3BexitDx%3D0%3BexitDy%3D0%3BentryX%3D0.5%3BentryY%3D1%3BentryDx%3D0%3BentryDy%3D0%3BfontSize%3D12%3B%22%20parent%3D%221%22%20source%3D%22EbJOJEtTGNbocEegslOq-85%22%20target%3D%22EbJOJEtTGNbocEegslOq-91%22%20edge%3D%221%22%3E%0A%20%20%20%20%20%20%20%20%20%20%3CmxGeometry%20relative%3D%221%22%20as%3D%22geometry%22%3E%0A%20%20%20%20%20%20%20%20%20%20%20%20%3CmxPoint%20x%3D%22780%22%20y%3D%221070%22%20as%3D%22sourcePoint%22%20%2F%3E%0A%20%20%20%20%20%20%20%20%20%20%20%20%3CmxPoint%20x%3D%22705%22%20y%3D%221024%22%20as%3D%22targetPoint%22%20%2F%3E%0A%20%20%20%20%20%20%20%20%20%20%3C%2FmxGeometry%3E%0A%20%20%20%20%20%20%20%20%3C%2FmxCell%3E%0A%20%20%20%20%20%20%20%20%3CmxCell%20id%3D%22EbJOJEtTGNbocEegslOq-93%22%20value%3D%22House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22275%22%20y%3D%22974%22%20width%3D%22100%22%20height%3D%2240%22%20as%3D%22geometry%22%20%2F%3E%0A%20%20%20%20%20%20%20%20%3C%2FmxCell%3E%0A%20%20%20%20%20%20%20%20%3CmxCell%20id%3D%22EbJOJEtTGNbocEegslOq-94%22%20value%3D%22%22%20style%3D%22endArrow%3Dnone%3Bhtml%3D1%3Brounded%3D0%3BexitX%3D1%3BexitY%3D0%3BexitDx%3D0%3BexitDy%3D0%3BentryX%3D0.5%3BentryY%3D1%3BentryDx%3D0%3BentryDy%3D0%3BfontSize%3D12%3B%22%20parent%3D%221%22%20source%3D%22EbJOJEtTGNbocEegslOq-85%22%20target%3D%22EbJOJEtTGNbocEegslOq-93%22%20edge%3D%221%22%3E%0A%20%20%20%20%20%20%20%20%20%20%3CmxGeometry%20relative%3D%221%22%20as%3D%22geometry%22%3E%0A%20%20%20%20%20%20%20%20%20%20%20%20%3CmxPoint%20x%3D%22735%22%20y%3D%22964%22%20as%3D%22sourcePoint%22%20%2F%3E%0A%20%20%20%20%20%20%20%20%20%20%20%20%3CmxPoint%20x%3D%22660%22%20y%3D%22918%22%20as%3D%22targetPoint%22%20%2F%3E%0A%20%20%20%20%20%20%20%20%20%20%3C%2FmxGeometry%3E%0A%20%20%20%20%20%20%20%20%3C%2FmxCell%3E%0A%20%20%20%20%20%20%20%20%3CmxCell%20id%3D%22EbJOJEtTGNbocEegslOq-95%22%20value%3D%22Flat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22345%22%20y%3D%22924%22%20width%3D%22100%22%20height%3D%2240%22%20as%3D%22geometry%22%20%2F%3E%0A%20%20%20%20%20%20%20%20%3C%2FmxCell%3E%0A%20%20%20%20%20%20%20%20%3CmxCell%20id%3D%22EbJOJEtTGNbocEegslOq-96%22%20value%3D%22%22%20style%3D%22endArrow%3Dnone%3Bhtml%3D1%3Brounded%3D0%3BexitX%3D1%3BexitY%3D0.5%3BexitDx%3D0%3BexitDy%3D0%3BentryX%3D0.5%3BentryY%3D1%3BentryDx%3D0%3BentryDy%3D0%3BfontSize%3D12%3B%22%20parent%3D%221%22%20source%3D%22EbJOJEtTGNbocEegslOq-85%22%20target%3D%22EbJOJEtTGNbocEegslOq-95%22%20edge%3D%221%22%3E%0A%20%20%20%20%20%20%20%20%20%20%3CmxGeometry%20relative%3D%221%22%20as%3D%22geometry%22%3E%0A%20%20%20%20%20%20%20%20%20%20%20%20%3CmxPoint%20x%3D%22820%22%20y%3D%22974%22%20as%3D%22sourcePoint%22%20%2F%3E%0A%20%20%20%20%20%20%20%20%20%20%20%20%3CmxPoint%20x%3D%22745%22%20y%3D%22928%22%20as%3D%22targetPoint%22%20%2F%3E%0A%20%20%20%20%20%20%20%20%20%20%3C%2FmxGeometry%3E%0A%20%20%20%20%20%20%20%20%3C%2FmxCell%3E%0A%20%20%20%20%20%20%20%20%3CmxCell%20id%3D%22EbJOJEtTGNbocEegslOq-97%22%20value%3D%22Birth%20date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2220%22%20y%3D%221299.68%22%20width%3D%22100%22%20height%3D%2240%22%20as%3D%22geometry%22%20%2F%3E%0A%20%20%20%20%20%20%20%20%3C%2FmxCell%3E%0A%20%20%20%20%20%20%20%20%3CmxCell%20id%3D%22EbJOJEtTGNbocEegslOq-98%22%20value%3D%22%22%20style%3D%22endArrow%3Dnone%3Bhtml%3D1%3Brounded%3D0%3BexitX%3D0.25%3BexitY%3D1%3BexitDx%3D0%3BexitDy%3D0%3BentryX%3D0.5%3BentryY%3D0%3BentryDx%3D0%3BentryDy%3D0%3BfontSize%3D12%3B%22%20parent%3D%221%22%20source%3D%22EbJOJEtTGNbocEegslOq-4%22%20target%3D%22EbJOJEtTGNbocEegslOq-97%22%20edge%3D%221%22%3E%0A%20%20%20%20%20%20%20%20%20%20%3CmxGeometry%20relative%3D%221%22%20as%3D%22geometry%22%3E%0A%20%20%20%20%20%20%20%20%20%20%20%20%3CmxPoint%20x%3D%22285%22%20y%3D%221300%22%20as%3D%22sourcePoint%22%20%2F%3E%0A%20%20%20%20%20%20%20%20%20%20%20%20%3CmxPoint%20x%3D%22210%22%20y%3D%221254%22%20as%3D%22targetPoint%22%20%2F%3E%0A%20%20%20%20%20%20%20%20%20%20%3C%2FmxGeometry%3E%0A%20%20%20%20%20%20%20%20%3C%2FmxCell%3E%0A%20%20%20%20%20%20%20%20%3CmxCell%20id%3D%22EbJOJEtTGNbocEegslOq-99%22%20value%3D%22%26lt%3Bb%26gt%3B%26lt%3Bfont%26gt%3BName%26lt%3B%2Ffont%26gt%3B%26lt%3B%2Fb%26gt%3B%22%20style%3D%22ellipse%3BwhiteSpace%3Dwrap%3Bhtml%3D1%3Balign%3Dcenter%3BfontStyle%3D4%3BstrokeColor%3Ddefault%3BverticalAlign%3Dmiddle%3BfontFamily%3DHelvetica%3BfontSize%3D12%3BfontColor%3Ddefault%3BfillColor%3Ddefault%3B%22%20parent%3D%221%22%20vertex%3D%221%22%3E%0A%20%20%20%20%20%20%20%20%20%20%3CmxGeometry%20x%3D%22885%22%20y%3D%221614%22%20width%3D%22100%22%20height%3D%2240%22%20as%3D%22geometry%22%20%2F%3E%0A%20%20%20%20%20%20%20%20%3C%2FmxCell%3E%0A%20%20%20%20%20%20%20%20%3CmxCell%20id%3D%22EbJOJEtTGNbocEegslOq-100%22%20value%3D%22%22%20style%3D%22endArrow%3Dnone%3Bhtml%3D1%3Brounded%3D0%3BfontFamily%3DHelvetica%3BfontSize%3D12%3BfontColor%3Ddefault%3BexitX%3D0.75%3BexitY%3D1%3BexitDx%3D0%3BexitDy%3D0%3BentryX%3D0.5%3BentryY%3D0%3BentryDx%3D0%3BentryDy%3D0%3B%22%20parent%3D%221%22%20source%3D%22EbJOJEtTGNbocEegslOq-53%22%20target%3D%22EbJOJEtTGNbocEegslOq-99%22%20edge%3D%221%22%3E%0A%20%20%20%20%20%20%20%20%20%20%3CmxGeometry%20relative%3D%221%22%20as%3D%22geometry%22%3E%0A%20%20%20%20%20%20%20%20%20%20%20%20%3CmxPoint%20x%3D%221750%22%20y%3D%221584%22%20as%3D%22sourcePoint%22%20%2F%3E%0A%20%20%20%20%20%20%20%20%20%20%20%20%3CmxPoint%20x%3D%221910%22%20y%3D%221584%22%20as%3D%22targetPoint%22%20%2F%3E%0A%20%20%20%20%20%20%20%20%20%20%3C%2FmxGeometry%3E%0A%20%20%20%20%20%20%20%20%3C%2FmxCell%3E%0A%20%20%20%20%20%20%20%20%3CmxCell%20id%3D%22EbJOJEtTGNbocEegslOq-101%22%20value%3D%22Address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22520%22%20y%3D%221022%22%20width%3D%22100%22%20height%3D%2240%22%20as%3D%22geometry%22%20%2F%3E%0A%20%20%20%20%20%20%20%20%3C%2FmxCell%3E%0A%20%20%20%20%20%20%20%20%3CmxCell%20id%3D%22EbJOJEtTGNbocEegslOq-102%22%20value%3D%22Country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22430%22%20y%3D%22952%22%20width%3D%22100%22%20height%3D%2240%22%20as%3D%22geometry%22%20%2F%3E%0A%20%20%20%20%20%20%20%20%3C%2FmxCell%3E%0A%20%20%20%20%20%20%20%20%3CmxCell%20id%3D%22EbJOJEtTGNbocEegslOq-103%22%20value%3D%22%22%20style%3D%22endArrow%3Dnone%3Bhtml%3D1%3Brounded%3D0%3BexitX%3D0%3BexitY%3D0.5%3BexitDx%3D0%3BexitDy%3D0%3BentryX%3D0.5%3BentryY%3D1%3BentryDx%3D0%3BentryDy%3D0%3BfontSize%3D12%3B%22%20parent%3D%221%22%20source%3D%22EbJOJEtTGNbocEegslOq-101%22%20target%3D%22EbJOJEtTGNbocEegslOq-102%22%20edge%3D%221%22%3E%0A%20%20%20%20%20%20%20%20%20%20%3CmxGeometry%20relative%3D%221%22%20as%3D%22geometry%22%3E%0A%20%20%20%20%20%20%20%20%20%20%20%20%3CmxPoint%20x%3D%22630%22%20y%3D%22992%22%20as%3D%22sourcePoint%22%20%2F%3E%0A%20%20%20%20%20%20%20%20%20%20%20%20%3CmxPoint%20x%3D%22460%22%20y%3D%221042%22%20as%3D%22targetPoint%22%20%2F%3E%0A%20%20%20%20%20%20%20%20%20%20%3C%2FmxGeometry%3E%0A%20%20%20%20%20%20%20%20%3C%2FmxCell%3E%0A%20%20%20%20%20%20%20%20%3CmxCell%20id%3D%22EbJOJEtTGNbocEegslOq-104%22%20value%3D%22City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22480%22%20y%3D%22906%22%20width%3D%22100%22%20height%3D%2240%22%20as%3D%22geometry%22%20%2F%3E%0A%20%20%20%20%20%20%20%20%3C%2FmxCell%3E%0A%20%20%20%20%20%20%20%20%3CmxCell%20id%3D%22EbJOJEtTGNbocEegslOq-105%22%20value%3D%22%22%20style%3D%22endArrow%3Dnone%3Bhtml%3D1%3Brounded%3D0%3BexitX%3D0%3BexitY%3D0%3BexitDx%3D0%3BexitDy%3D0%3BentryX%3D0.5%3BentryY%3D1%3BentryDx%3D0%3BentryDy%3D0%3BfontSize%3D12%3B%22%20parent%3D%221%22%20source%3D%22EbJOJEtTGNbocEegslOq-101%22%20target%3D%22EbJOJEtTGNbocEegslOq-104%22%20edge%3D%221%22%3E%0A%20%20%20%20%20%20%20%20%20%20%3CmxGeometry%20relative%3D%221%22%20as%3D%22geometry%22%3E%0A%20%20%20%20%20%20%20%20%20%20%20%20%3CmxPoint%20x%3D%22765%22%20y%3D%221108%22%20as%3D%22sourcePoint%22%20%2F%3E%0A%20%20%20%20%20%20%20%20%20%20%20%20%3CmxPoint%20x%3D%22690%22%20y%3D%221062%22%20as%3D%22targetPoint%22%20%2F%3E%0A%20%20%20%20%20%20%20%20%20%20%3C%2FmxGeometry%3E%0A%20%20%20%20%20%20%20%20%3C%2FmxCell%3E%0A%20%20%20%20%20%20%20%20%3CmxCell%20id%3D%22EbJOJEtTGNbocEegslOq-106%22%20value%3D%22Street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22540%22%20y%3D%22952%22%20width%3D%22100%22%20height%3D%2240%22%20as%3D%22geometry%22%20%2F%3E%0A%20%20%20%20%20%20%20%20%3C%2FmxCell%3E%0A%20%20%20%20%20%20%20%20%3CmxCell%20id%3D%22EbJOJEtTGNbocEegslOq-107%22%20value%3D%22%22%20style%3D%22endArrow%3Dnone%3Bhtml%3D1%3Brounded%3D0%3BexitX%3D0.5%3BexitY%3D0%3BexitDx%3D0%3BexitDy%3D0%3BentryX%3D0.5%3BentryY%3D1%3BentryDx%3D0%3BentryDy%3D0%3BfontSize%3D12%3B%22%20parent%3D%221%22%20source%3D%22EbJOJEtTGNbocEegslOq-101%22%20target%3D%22EbJOJEtTGNbocEegslOq-106%22%20edge%3D%221%22%3E%0A%20%20%20%20%20%20%20%20%20%20%3CmxGeometry%20relative%3D%221%22%20as%3D%22geometry%22%3E%0A%20%20%20%20%20%20%20%20%20%20%20%20%3CmxPoint%20x%3D%22875%22%20y%3D%221148%22%20as%3D%22sourcePoint%22%20%2F%3E%0A%20%20%20%20%20%20%20%20%20%20%20%20%3CmxPoint%20x%3D%22800%22%20y%3D%221102%22%20as%3D%22targetPoint%22%20%2F%3E%0A%20%20%20%20%20%20%20%20%20%20%3C%2FmxGeometry%3E%0A%20%20%20%20%20%20%20%20%3C%2FmxCell%3E%0A%20%20%20%20%20%20%20%20%3CmxCell%20id%3D%22EbJOJEtTGNbocEegslOq-108%22%20value%3D%22House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22610%22%20y%3D%22912%22%20width%3D%22100%22%20height%3D%2240%22%20as%3D%22geometry%22%20%2F%3E%0A%20%20%20%20%20%20%20%20%3C%2FmxCell%3E%0A%20%20%20%20%20%20%20%20%3CmxCell%20id%3D%22EbJOJEtTGNbocEegslOq-109%22%20value%3D%22%22%20style%3D%22endArrow%3Dnone%3Bhtml%3D1%3Brounded%3D0%3BexitX%3D1%3BexitY%3D0%3BexitDx%3D0%3BexitDy%3D0%3BentryX%3D0.5%3BentryY%3D1%3BentryDx%3D0%3BentryDy%3D0%3BfontSize%3D12%3B%22%20parent%3D%221%22%20source%3D%22EbJOJEtTGNbocEegslOq-101%22%20target%3D%22EbJOJEtTGNbocEegslOq-108%22%20edge%3D%221%22%3E%0A%20%20%20%20%20%20%20%20%20%20%3CmxGeometry%20relative%3D%221%22%20as%3D%22geometry%22%3E%0A%20%20%20%20%20%20%20%20%20%20%20%20%3CmxPoint%20x%3D%22830%22%20y%3D%221042%22%20as%3D%22sourcePoint%22%20%2F%3E%0A%20%20%20%20%20%20%20%20%20%20%20%20%3CmxPoint%20x%3D%22755%22%20y%3D%22996%22%20as%3D%22targetPoint%22%20%2F%3E%0A%20%20%20%20%20%20%20%20%20%20%3C%2FmxGeometry%3E%0A%20%20%20%20%20%20%20%20%3C%2FmxCell%3E%0A%20%20%20%20%20%20%20%20%3CmxCell%20id%3D%22EbJOJEtTGNbocEegslOq-110%22%20value%3D%22Flat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22650%22%20y%3D%22952%22%20width%3D%22100%22%20height%3D%2240%22%20as%3D%22geometry%22%20%2F%3E%0A%20%20%20%20%20%20%20%20%3C%2FmxCell%3E%0A%20%20%20%20%20%20%20%20%3CmxCell%20id%3D%22EbJOJEtTGNbocEegslOq-111%22%20value%3D%22%22%20style%3D%22endArrow%3Dnone%3Bhtml%3D1%3Brounded%3D0%3BexitX%3D1%3BexitY%3D0.5%3BexitDx%3D0%3BexitDy%3D0%3BentryX%3D0.5%3BentryY%3D1%3BentryDx%3D0%3BentryDy%3D0%3BfontSize%3D12%3B%22%20parent%3D%221%22%20source%3D%22EbJOJEtTGNbocEegslOq-101%22%20target%3D%22EbJOJEtTGNbocEegslOq-110%22%20edge%3D%221%22%3E%0A%20%20%20%20%20%20%20%20%20%20%3CmxGeometry%20relative%3D%221%22%20as%3D%22geometry%22%3E%0A%20%20%20%20%20%20%20%20%20%20%20%20%3CmxPoint%20x%3D%22915%22%20y%3D%221052%22%20as%3D%22sourcePoint%22%20%2F%3E%0A%20%20%20%20%20%20%20%20%20%20%20%20%3CmxPoint%20x%3D%22840%22%20y%3D%221006%22%20as%3D%22targetPoint%22%20%2F%3E%0A%20%20%20%20%20%20%20%20%20%20%3C%2FmxGeometry%3E%0A%20%20%20%20%20%20%20%20%3C%2FmxCell%3E%0A%20%20%20%20%20%20%20%20%3CmxCell%20id%3D%22EbJOJEtTGNbocEegslOq-112%22%20value%3D%22%22%20style%3D%22endArrow%3Dnone%3Bhtml%3D1%3Brounded%3D0%3BfontFamily%3DHelvetica%3BfontSize%3D12%3BfontColor%3Ddefault%3BexitX%3D0.25%3BexitY%3D0%3BexitDx%3D0%3BexitDy%3D0%3BentryX%3D0.5%3BentryY%3D1%3BentryDx%3D0%3BentryDy%3D0%3B%22%20parent%3D%221%22%20source%3D%22EbJOJEtTGNbocEegslOq-3%22%20target%3D%22EbJOJEtTGNbocEegslOq-101%22%20edge%3D%221%22%3E%0A%20%20%20%20%20%20%20%20%20%20%3CmxGeometry%20relative%3D%221%22%20as%3D%22geometry%22%3E%0A%20%20%20%20%20%20%20%20%20%20%20%20%3CmxPoint%20x%3D%22750%22%20y%3D%22974%22%20as%3D%22sourcePoint%22%20%2F%3E%0A%20%20%20%20%20%20%20%20%20%20%20%20%3CmxPoint%20x%3D%22910%22%20y%3D%22974%22%20as%3D%22targetPoint%22%20%2F%3E%0A%20%20%20%20%20%20%20%20%20%20%3C%2FmxGeometry%3E%0A%20%20%20%20%20%20%20%20%3C%2FmxCell%3E%0A%20%20%20%20%20%20%20%20%3CmxCell%20id%3D%22EbJOJEtTGNbocEegslOq-113%22%20value%3D%22Model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22630%22%20y%3D%221584%22%20width%3D%22100%22%20height%3D%2240%22%20as%3D%22geometry%22%20%2F%3E%0A%20%20%20%20%20%20%20%20%3C%2FmxCell%3E%0A%20%20%20%20%20%20%20%20%3CmxCell%20id%3D%22EbJOJEtTGNbocEegslOq-114%22%20value%3D%22%22%20style%3D%22endArrow%3Dnone%3Bhtml%3D1%3Brounded%3D0%3BexitX%3D0.75%3BexitY%3D1%3BexitDx%3D0%3BexitDy%3D0%3BentryX%3D0.5%3BentryY%3D0%3BentryDx%3D0%3BentryDy%3D0%3BfontSize%3D10%3B%22%20parent%3D%221%22%20source%3D%22EbJOJEtTGNbocEegslOq-2%22%20target%3D%22EbJOJEtTGNbocEegslOq-113%22%20edge%3D%221%22%3E%0A%20%20%20%20%20%20%20%20%20%20%3CmxGeometry%20relative%3D%221%22%20as%3D%22geometry%22%3E%0A%20%20%20%20%20%20%20%20%20%20%20%20%3CmxPoint%20x%3D%221225%22%20y%3D%221920%22%20as%3D%22sourcePoint%22%20%2F%3E%0A%20%20%20%20%20%20%20%20%20%20%20%20%3CmxPoint%20x%3D%221150%22%20y%3D%221874%22%20as%3D%22targetPoint%22%20%2F%3E%0A%20%20%20%20%20%20%20%20%20%20%3C%2FmxGeometry%3E%0A%20%20%20%20%20%20%20%20%3C%2FmxCell%3E%0A%20%20%20%20%20%20%20%20%3CmxCell%20id%3D%22EbJOJEtTGNbocEegslOq-115%22%20value%3D%22Address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22980%22%20y%3D%221460.3600000000001%22%20width%3D%22100%22%20height%3D%2240%22%20as%3D%22geometry%22%20%2F%3E%0A%20%20%20%20%20%20%20%20%3C%2FmxCell%3E%0A%20%20%20%20%20%20%20%20%3CmxCell%20id%3D%22EbJOJEtTGNbocEegslOq-116%22%20value%3D%22Country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22950%22%20y%3D%221409%22%20width%3D%22100%22%20height%3D%2240%22%20as%3D%22geometry%22%20%2F%3E%0A%20%20%20%20%20%20%20%20%3C%2FmxCell%3E%0A%20%20%20%20%20%20%20%20%3CmxCell%20id%3D%22EbJOJEtTGNbocEegslOq-117%22%20value%3D%22%22%20style%3D%22endArrow%3Dnone%3Bhtml%3D1%3Brounded%3D0%3BexitX%3D0%3BexitY%3D0%3BexitDx%3D0%3BexitDy%3D0%3BentryX%3D0.5%3BentryY%3D1%3BentryDx%3D0%3BentryDy%3D0%3BfontSize%3D12%3B%22%20parent%3D%221%22%20source%3D%22EbJOJEtTGNbocEegslOq-115%22%20target%3D%22EbJOJEtTGNbocEegslOq-116%22%20edge%3D%221%22%3E%0A%20%20%20%20%20%20%20%20%20%20%3CmxGeometry%20relative%3D%221%22%20as%3D%22geometry%22%3E%0A%20%20%20%20%20%20%20%20%20%20%20%20%3CmxPoint%20x%3D%221185%22%20y%3D%221409.68%22%20as%3D%22sourcePoint%22%20%2F%3E%0A%20%20%20%20%20%20%20%20%20%20%20%20%3CmxPoint%20x%3D%221015%22%20y%3D%221459.68%22%20as%3D%22targetPoint%22%20%2F%3E%0A%20%20%20%20%20%20%20%20%20%20%3C%2FmxGeometry%3E%0A%20%20%20%20%20%20%20%20%3C%2FmxCell%3E%0A%20%20%20%20%20%20%20%20%3CmxCell%20id%3D%22EbJOJEtTGNbocEegslOq-118%22%20value%3D%22City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221050%22%20y%3D%221394.68%22%20width%3D%22100%22%20height%3D%2240%22%20as%3D%22geometry%22%20%2F%3E%0A%20%20%20%20%20%20%20%20%3C%2FmxCell%3E%0A%20%20%20%20%20%20%20%20%3CmxCell%20id%3D%22EbJOJEtTGNbocEegslOq-119%22%20value%3D%22%22%20style%3D%22endArrow%3Dnone%3Bhtml%3D1%3Brounded%3D0%3BexitX%3D1%3BexitY%3D0%3BexitDx%3D0%3BexitDy%3D0%3BentryX%3D0.5%3BentryY%3D1%3BentryDx%3D0%3BentryDy%3D0%3BfontSize%3D12%3B%22%20parent%3D%221%22%20source%3D%22EbJOJEtTGNbocEegslOq-115%22%20target%3D%22EbJOJEtTGNbocEegslOq-118%22%20edge%3D%221%22%3E%0A%20%20%20%20%20%20%20%20%20%20%3CmxGeometry%20relative%3D%221%22%20as%3D%22geometry%22%3E%0A%20%20%20%20%20%20%20%20%20%20%20%20%3CmxPoint%20x%3D%221320%22%20y%3D%221525.68%22%20as%3D%22sourcePoint%22%20%2F%3E%0A%20%20%20%20%20%20%20%20%20%20%20%20%3CmxPoint%20x%3D%221245%22%20y%3D%221479.68%22%20as%3D%22targetPoint%22%20%2F%3E%0A%20%20%20%20%20%20%20%20%20%20%3C%2FmxGeometry%3E%0A%20%20%20%20%20%20%20%20%3C%2FmxCell%3E%0A%20%20%20%20%20%20%20%20%3CmxCell%20id%3D%22EbJOJEtTGNbocEegslOq-120%22%20value%3D%22Street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221060%22%20y%3D%221504%22%20width%3D%22100%22%20height%3D%2240%22%20as%3D%22geometry%22%20%2F%3E%0A%20%20%20%20%20%20%20%20%3C%2FmxCell%3E%0A%20%20%20%20%20%20%20%20%3CmxCell%20id%3D%22EbJOJEtTGNbocEegslOq-121%22%20value%3D%22%22%20style%3D%22endArrow%3Dnone%3Bhtml%3D1%3Brounded%3D0%3BexitX%3D1%3BexitY%3D1%3BexitDx%3D0%3BexitDy%3D0%3BentryX%3D0%3BentryY%3D0%3BentryDx%3D0%3BentryDy%3D0%3BfontSize%3D12%3B%22%20parent%3D%221%22%20source%3D%22EbJOJEtTGNbocEegslOq-115%22%20target%3D%22EbJOJEtTGNbocEegslOq-120%22%20edge%3D%221%22%3E%0A%20%20%20%20%20%20%20%20%20%20%3CmxGeometry%20relative%3D%221%22%20as%3D%22geometry%22%3E%0A%20%20%20%20%20%20%20%20%20%20%20%20%3CmxPoint%20x%3D%221430%22%20y%3D%221565.68%22%20as%3D%22sourcePoint%22%20%2F%3E%0A%20%20%20%20%20%20%20%20%20%20%20%20%3CmxPoint%20x%3D%221355%22%20y%3D%221519.68%22%20as%3D%22targetPoint%22%20%2F%3E%0A%20%20%20%20%20%20%20%20%20%20%3C%2FmxGeometry%3E%0A%20%20%20%20%20%20%20%20%3C%2FmxCell%3E%0A%20%20%20%20%20%20%20%20%3CmxCell%20id%3D%22EbJOJEtTGNbocEegslOq-122%22%20value%3D%22House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221000%22%20y%3D%221564%22%20width%3D%22100%22%20height%3D%2240%22%20as%3D%22geometry%22%20%2F%3E%0A%20%20%20%20%20%20%20%20%3C%2FmxCell%3E%0A%20%20%20%20%20%20%20%20%3CmxCell%20id%3D%22EbJOJEtTGNbocEegslOq-123%22%20value%3D%22%22%20style%3D%22endArrow%3Dnone%3Bhtml%3D1%3Brounded%3D0%3BexitX%3D0.5%3BexitY%3D1%3BexitDx%3D0%3BexitDy%3D0%3BentryX%3D0.5%3BentryY%3D0%3BentryDx%3D0%3BentryDy%3D0%3BfontSize%3D12%3B%22%20parent%3D%221%22%20source%3D%22EbJOJEtTGNbocEegslOq-115%22%20target%3D%22EbJOJEtTGNbocEegslOq-122%22%20edge%3D%221%22%3E%0A%20%20%20%20%20%20%20%20%20%20%3CmxGeometry%20relative%3D%221%22%20as%3D%22geometry%22%3E%0A%20%20%20%20%20%20%20%20%20%20%20%20%3CmxPoint%20x%3D%221385%22%20y%3D%221459.68%22%20as%3D%22sourcePoint%22%20%2F%3E%0A%20%20%20%20%20%20%20%20%20%20%20%20%3CmxPoint%20x%3D%221310%22%20y%3D%221413.68%22%20as%3D%22targetPoint%22%20%2F%3E%0A%20%20%20%20%20%20%20%20%20%20%3C%2FmxGeometry%3E%0A%20%20%20%20%20%20%20%20%3C%2FmxCell%3E%0A%20%20%20%20%20%20%20%20%3CmxCell%20id%3D%22EbJOJEtTGNbocEegslOq-124%22%20value%3D%22Flat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22935%22%20y%3D%221514%22%20width%3D%22100%22%20height%3D%2240%22%20as%3D%22geometry%22%20%2F%3E%0A%20%20%20%20%20%20%20%20%3C%2FmxCell%3E%0A%20%20%20%20%20%20%20%20%3CmxCell%20id%3D%22EbJOJEtTGNbocEegslOq-125%22%20value%3D%22%22%20style%3D%22endArrow%3Dnone%3Bhtml%3D1%3Brounded%3D0%3BexitX%3D0%3BexitY%3D1%3BexitDx%3D0%3BexitDy%3D0%3BentryX%3D0.5%3BentryY%3D0%3BentryDx%3D0%3BentryDy%3D0%3BfontSize%3D12%3B%22%20parent%3D%221%22%20source%3D%22EbJOJEtTGNbocEegslOq-115%22%20target%3D%22EbJOJEtTGNbocEegslOq-124%22%20edge%3D%221%22%3E%0A%20%20%20%20%20%20%20%20%20%20%3CmxGeometry%20relative%3D%221%22%20as%3D%22geometry%22%3E%0A%20%20%20%20%20%20%20%20%20%20%20%20%3CmxPoint%20x%3D%221470%22%20y%3D%221469.68%22%20as%3D%22sourcePoint%22%20%2F%3E%0A%20%20%20%20%20%20%20%20%20%20%20%20%3CmxPoint%20x%3D%221395%22%20y%3D%221423.68%22%20as%3D%22targetPoint%22%20%2F%3E%0A%20%20%20%20%20%20%20%20%20%20%3C%2FmxGeometry%3E%0A%20%20%20%20%20%20%20%20%3C%2FmxCell%3E%0A%20%20%20%20%20%20%20%20%3CmxCell%20id%3D%22EbJOJEtTGNbocEegslOq-126%22%20value%3D%22%22%20style%3D%22endArrow%3Dnone%3Bhtml%3D1%3Brounded%3D0%3BfontFamily%3DHelvetica%3BfontSize%3D12%3BfontColor%3Ddefault%3BexitX%3D1%3BexitY%3D0.5%3BexitDx%3D0%3BexitDy%3D0%3BentryX%3D0%3BentryY%3D0.5%3BentryDx%3D0%3BentryDy%3D0%3B%22%20parent%3D%221%22%20source%3D%22EbJOJEtTGNbocEegslOq-53%22%20target%3D%22EbJOJEtTGNbocEegslOq-115%22%20edge%3D%221%22%3E%0A%20%20%20%20%20%20%20%20%20%20%3CmxGeometry%20relative%3D%221%22%20as%3D%22geometry%22%3E%0A%20%20%20%20%20%20%20%20%20%20%20%20%3CmxPoint%20x%3D%221530%22%20y%3D%221434%22%20as%3D%22sourcePoint%22%20%2F%3E%0A%20%20%20%20%20%20%20%20%20%20%20%20%3CmxPoint%20x%3D%221690%22%20y%3D%221434%22%20as%3D%22targetPoint%22%20%2F%3E%0A%20%20%20%20%20%20%20%20%20%20%3C%2FmxGeometry%3E%0A%20%20%20%20%20%20%20%20%3C%2FmxCell%3E%0A%20%20%20%20%20%20%20%20%3CmxCell%20id%3D%22EbJOJEtTGNbocEegslOq-127%22%20value%3D%22Salary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22590%22%20y%3D%221309%22%20width%3D%22100%22%20height%3D%2240%22%20as%3D%22geometry%22%20%2F%3E%0A%20%20%20%20%20%20%20%20%3C%2FmxCell%3E%0A%20%20%20%20%20%20%20%20%3CmxCell%20id%3D%22EbJOJEtTGNbocEegslOq-128%22%20value%3D%22%22%20style%3D%22endArrow%3Dnone%3Bhtml%3D1%3Brounded%3D0%3BfontFamily%3DHelvetica%3BfontSize%3D12%3BfontColor%3Ddefault%3BexitX%3D0%3BexitY%3D1%3BexitDx%3D0%3BexitDy%3D0%3BentryX%3D1%3BentryY%3D0.5%3BentryDx%3D0%3BentryDy%3D0%3B%22%20parent%3D%221%22%20source%3D%22EbJOJEtTGNbocEegslOq-16%22%20target%3D%22EbJOJEtTGNbocEegslOq-127%22%20edge%3D%221%22%3E%0A%20%20%20%20%20%20%20%20%20%20%3CmxGeometry%20relative%3D%221%22%20as%3D%22geometry%22%3E%0A%20%20%20%20%20%20%20%20%20%20%20%20%3CmxPoint%20x%3D%22300%22%20y%3D%221524%22%20as%3D%22sourcePoint%22%20%2F%3E%0A%20%20%20%20%20%20%20%20%20%20%20%20%3CmxPoint%20x%3D%22460%22%20y%3D%221524%22%20as%3D%22targetPoint%22%20%2F%3E%0A%20%20%20%20%20%20%20%20%20%20%3C%2FmxGeometry%3E%0A%20%20%20%20%20%20%20%20%3C%2FmxCell%3E%0A%20%20%20%20%20%20%20%20%3CmxCell%20id%3D%22EbJOJEtTGNbocEegslOq-129%22%20value%3D%22Contract%26%2339%3Bs%20end%20date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22530%22%20y%3D%221269%22%20width%3D%22100%22%20height%3D%2240%22%20as%3D%22geometry%22%20%2F%3E%0A%20%20%20%20%20%20%20%20%3C%2FmxCell%3E%0A%20%20%20%20%20%20%20%20%3CmxCell%20id%3D%22EbJOJEtTGNbocEegslOq-130%22%20value%3D%22Contract%26%2339%3Bs%20end%20date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22600%22%20y%3D%221219%22%20width%3D%22100%22%20height%3D%2250%22%20as%3D%22geometry%22%20%2F%3E%0A%20%20%20%20%20%20%20%20%3C%2FmxCell%3E%0A%20%20%20%20%20%20%20%20%3CmxCell%20id%3D%22EbJOJEtTGNbocEegslOq-131%22%20value%3D%22%22%20style%3D%22endArrow%3Dnone%3Bhtml%3D1%3Brounded%3D0%3BfontFamily%3DHelvetica%3BfontSize%3D12%3BfontColor%3Ddefault%3BexitX%3D1%3BexitY%3D0.5%3BexitDx%3D0%3BexitDy%3D0%3BentryX%3D0%3BentryY%3D0.5%3BentryDx%3D0%3BentryDy%3D0%3B%22%20parent%3D%221%22%20source%3D%22EbJOJEtTGNbocEegslOq-129%22%20target%3D%22EbJOJEtTGNbocEegslOq-16%22%20edge%3D%221%22%3E%0A%20%20%20%20%20%20%20%20%20%20%3CmxGeometry%20relative%3D%221%22%20as%3D%22geometry%22%3E%0A%20%20%20%20%20%20%20%20%20%20%20%20%3CmxPoint%20x%3D%22660%22%20y%3D%221404%22%20as%3D%22sourcePoint%22%20%2F%3E%0A%20%20%20%20%20%20%20%20%20%20%20%20%3CmxPoint%20x%3D%22820%22%20y%3D%221404%22%20as%3D%22targetPoint%22%20%2F%3E%0A%20%20%20%20%20%20%20%20%20%20%3C%2FmxGeometry%3E%0A%20%20%20%20%20%20%20%20%3C%2FmxCell%3E%0A%20%20%20%20%20%20%20%20%3CmxCell%20id%3D%22EbJOJEtTGNbocEegslOq-132%22%20value%3D%22%22%20style%3D%22endArrow%3Dnone%3Bhtml%3D1%3Brounded%3D0%3BfontFamily%3DHelvetica%3BfontSize%3D12%3BfontColor%3Ddefault%3BexitX%3D1%3BexitY%3D1%3BexitDx%3D0%3BexitDy%3D0%3BentryX%3D0%3BentryY%3D0%3BentryDx%3D0%3BentryDy%3D0%3B%22%20parent%3D%221%22%20source%3D%22EbJOJEtTGNbocEegslOq-130%22%20target%3D%22EbJOJEtTGNbocEegslOq-16%22%20edge%3D%221%22%3E%0A%20%20%20%20%20%20%20%20%20%20%3CmxGeometry%20relative%3D%221%22%20as%3D%22geometry%22%3E%0A%20%20%20%20%20%20%20%20%20%20%20%20%3CmxPoint%20x%3D%22880%22%20y%3D%221404%22%20as%3D%22sourcePoint%22%20%2F%3E%0A%20%20%20%20%20%20%20%20%20%20%20%20%3CmxPoint%20x%3D%22900%22%20y%3D%221374%22%20as%3D%22targetPoint%22%20%2F%3E%0A%20%20%20%20%20%20%20%20%20%20%3C%2FmxGeometry%3E%0A%20%20%20%20%20%20%20%20%3C%2FmxCell%3E%0A%20%20%20%20%20%20%20%20%3CmxCell%20id%3D%22EbJOJEtTGNbocEegslOq-133%22%20value%3D%22Request%20date%22%20style%3D%22ellipse%3BwhiteSpace%3Dwrap%3Bhtml%3D1%3Balign%3Dcenter%3BstrokeColor%3Ddefault%3BverticalAlign%3Dmiddle%3BfontFamily%3DHelvetica%3BfontSize%3D12%3BfontColor%3Ddefault%3BfillColor%3Ddefault%3B%22%20parent%3D%221%22%20vertex%3D%221%22%3E%0A%20%20%20%20%20%20%20%20%20%20%3CmxGeometry%20x%3D%22382.5%22%20y%3D%221144%22%20width%3D%22100%22%20height%3D%2240%22%20as%3D%22geometry%22%20%2F%3E%0A%20%20%20%20%20%20%20%20%3C%2FmxCell%3E%0A%20%20%20%20%20%20%20%20%3CmxCell%20id%3D%22EbJOJEtTGNbocEegslOq-134%22%20value%3D%22%22%20style%3D%22endArrow%3Dnone%3Bhtml%3D1%3Brounded%3D0%3BfontFamily%3DHelvetica%3BfontSize%3D12%3BfontColor%3Ddefault%3BexitX%3D1%3BexitY%3D1%3BexitDx%3D0%3BexitDy%3D0%3BentryX%3D0%3BentryY%3D0%3BentryDx%3D0%3BentryDy%3D0%3B%22%20parent%3D%221%22%20source%3D%22EbJOJEtTGNbocEegslOq-133%22%20target%3D%22EbJOJEtTGNbocEegslOq-19%22%20edge%3D%221%22%3E%0A%20%20%20%20%20%20%20%20%20%20%3CmxGeometry%20relative%3D%221%22%20as%3D%22geometry%22%3E%0A%20%20%20%20%20%20%20%20%20%20%20%20%3CmxPoint%20x%3D%22430%22%20y%3D%221314%22%20as%3D%22sourcePoint%22%20%2F%3E%0A%20%20%20%20%20%20%20%20%20%20%20%20%3CmxPoint%20x%3D%22590%22%20y%3D%221314%22%20as%3D%22targetPoint%22%20%2F%3E%0A%20%20%20%20%20%20%20%20%20%20%3C%2FmxGeometry%3E%0A%20%20%20%20%20%20%20%20%3C%2FmxCell%3E%0A%20%20%20%20%20%20%20%20%3CmxCell%20id%3D%22EbJOJEtTGNbocEegslOq-135%22%20value%3D%22%22%20style%3D%22shape%3Dlink%3Bhtml%3D1%3Brounded%3D0%3BfontFamily%3DHelvetica%3BfontSize%3D12%3BfontColor%3Ddefault%3BentryX%3D0.25%3BentryY%3D0%3BentryDx%3D0%3BentryDy%3D0%3BexitX%3D1%3BexitY%3D0.5%3BexitDx%3D0%3BexitDy%3D0%3BedgeStyle%3DorthogonalEdgeStyle%3B%22%20parent%3D%221%22%20source%3D%22EbJOJEtTGNbocEegslOq-19%22%20target%3D%22EbJOJEtTGNbocEegslOq-2%22%20edge%3D%221%22%3E%0A%20%20%20%20%20%20%20%20%20%20%3CmxGeometry%20relative%3D%221%22%20as%3D%22geometry%22%3E%0A%20%20%20%20%20%20%20%20%20%20%20%20%3CmxPoint%20x%3D%22850%22%20y%3D%221374%22%20as%3D%22sourcePoint%22%20%2F%3E%0A%20%20%20%20%20%20%20%20%20%20%20%20%3CmxPoint%20x%3D%221010%22%20y%3D%221374%22%20as%3D%22targetPoint%22%20%2F%3E%0A%20%20%20%20%20%20%20%20%20%20%20%20%3CArray%20as%3D%22points%22%3E%0A%20%20%20%20%20%20%20%20%20%20%20%20%20%20%3CmxPoint%20x%3D%22800%22%20y%3D%221204%22%20%2F%3E%0A%20%20%20%20%20%20%20%20%20%20%20%20%20%20%3CmxPoint%20x%3D%22800%22%20y%3D%221384%22%20%2F%3E%0A%20%20%20%20%20%20%20%20%20%20%20%20%20%20%3CmxPoint%20x%3D%22655%22%20y%3D%221384%22%20%2F%3E%0A%20%20%20%20%20%20%20%20%20%20%20%20%3C%2FArray%3E%0A%20%20%20%20%20%20%20%20%20%20%3C%2FmxGeometry%3E%0A%20%20%20%20%20%20%20%20%3C%2FmxCell%3E%0A%20%20%20%20%20%20%20%20%3CmxCell%20id%3D%22EbJOJEtTGNbocEegslOq-136%22%20value%3D%22N%22%20style%3D%22resizable%3D0%3Bhtml%3D1%3BwhiteSpace%3Dwrap%3Balign%3Dright%3BverticalAlign%3Dbottom%3BstrokeColor%3Ddefault%3BfontFamily%3DHelvetica%3BfontSize%3D12%3BfontColor%3Ddefault%3BfillColor%3Ddefault%3B%22%20parent%3D%22EbJOJEtTGNbocEegslOq-135%22%20connectable%3D%220%22%20vertex%3D%221%22%3E%0A%20%20%20%20%20%20%20%20%20%20%3CmxGeometry%20x%3D%221%22%20relative%3D%221%22%20as%3D%22geometry%22%3E%0A%20%20%20%20%20%20%20%20%20%20%20%20%3CmxPoint%20x%3D%2215%22%20as%3D%22offset%22%20%2F%3E%0A%20%20%20%20%20%20%20%20%20%20%3C%2FmxGeometry%3E%0A%20%20%20%20%20%20%20%20%3C%2FmxCell%3E%0A%20%20%20%20%20%20%20%20%3CmxCell%20id%3D%22EbJOJEtTGNbocEegslOq-137%22%20value%3D%22%22%20style%3D%22endArrow%3Dnone%3Bhtml%3D1%3Brounded%3D0%3BexitX%3D1%3BexitY%3D0.5%3BexitDx%3D0%3BexitDy%3D0%3BentryX%3D0%3BentryY%3D0.5%3BentryDx%3D0%3BentryDy%3D0%3BfontSize%3D12%3B%22%20parent%3D%221%22%20source%3D%22EbJOJEtTGNbocEegslOq-4%22%20target%3D%22EbJOJEtTGNbocEegslOq-79%22%20edge%3D%221%22%3E%0A%20%20%20%20%20%20%20%20%20%20%3CmxGeometry%20relative%3D%221%22%20as%3D%22geometry%22%3E%0A%20%20%20%20%20%20%20%20%20%20%20%20%3CmxPoint%20x%3D%22390%22%20y%3D%221154%22%20as%3D%22sourcePoint%22%20%2F%3E%0A%20%20%20%20%20%20%20%20%20%20%20%20%3CmxPoint%20x%3D%22390%22%20y%3D%221184%22%20as%3D%22targetPoint%22%20%2F%3E%0A%20%20%20%20%20%20%20%20%20%20%3C%2FmxGeometry%3E%0A%20%20%20%20%20%20%20%20%3C%2FmxCell%3E%0A%20%20%20%20%20%20%20%20%3CmxCell%20id%3D%22EbJOJEtTGNbocEegslOq-138%22%20value%3D%22%22%20style%3D%22verticalLabelPosition%3Dbottom%3BverticalAlign%3Dtop%3Bhtml%3D1%3Bshape%3Dmxgraph.basic.arc%3BstartAngle%3D0.4568774694534604%3BendAngle%3D0.9655349485349979%3BstrokeColor%3Ddefault%3Balign%3Dcenter%3BfontFamily%3DHelvetica%3BfontSize%3D12%3BfontColor%3Ddefault%3BfillColor%3Ddefault%3B%22%20parent%3D%221%22%20vertex%3D%221%22%3E%0A%20%20%20%20%20%20%20%20%20%20%3CmxGeometry%20x%3D%22275%22%20y%3D%221217.75%22%20width%3D%2212.5%22%20height%3D%2212.5%22%20as%3D%22geometry%22%20%2F%3E%0A%20%20%20%20%20%20%20%20%3C%2FmxCell%3E%0A%20%20%20%20%20%20%3C%2Froot%3E%0A%20%20%20%20%3C%2FmxGraphModel%3E%0A%20%20%3C%2Fdiagram%3E%0A%3C%2Fmxfile%3E%0A</dc:subject>
  <dc:title>course-task</dc:title>
  <dcterms:created xsi:type="dcterms:W3CDTF">2026-02-25T01:07:06Z</dcterms:created>
  <dcterms:modified xsi:type="dcterms:W3CDTF">2026-02-25T01:07:06Z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2026-02-25T00:00:00Z</vt:filetime>
  </property>
  <property fmtid="{D5CDD505-2E9C-101B-9397-08002B2CF9AE}" pid="3" name="Creator">
    <vt:lpwstr>diagrams.net</vt:lpwstr>
  </property>
  <property fmtid="{D5CDD505-2E9C-101B-9397-08002B2CF9AE}" pid="4" name="LastSaved">
    <vt:filetime>2026-02-25T00:00:00Z</vt:filetime>
  </property>
  <property fmtid="{D5CDD505-2E9C-101B-9397-08002B2CF9AE}" pid="5" name="Producer">
    <vt:lpwstr>pdf-lib (https://github.com/Hopding/pdf-lib)</vt:lpwstr>
  </property>
</Properties>
</file>