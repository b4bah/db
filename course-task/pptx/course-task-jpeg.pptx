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145EF-1347-5F90-08B9-2A010C491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0B2C7-695F-437E-C19B-1B52F8738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4A07D-C700-83A3-D87A-92BA680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7CA75-3193-AD4D-B398-2855468A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6161A-E7CD-37AD-3B6B-02BD534D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4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762F-E624-1BD3-AB26-F48732E9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2F484-9ADE-0745-9736-0CA41C02C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DF42E-2CD0-33F8-3A49-C97BAEC8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F113A-391D-62F5-0A6F-BB3CD848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F773A-CA9C-D4E2-C6B3-6B21A752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234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B518-0075-DAA0-D3F9-E2B7B1E4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EBE5C-6871-6DCD-4065-F398D4536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CCC21-72E6-A522-A758-894854742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26127-F97E-C36C-9EB2-44B167F2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4254C-BAAB-5426-2EDF-7E441A37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54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D21E-EDC9-F790-8AA7-11E4D69D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20A49-8BDD-0268-CCEC-33AD6D328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1FCBE-6B47-6476-F233-EE3C080AF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00F1A-F5D7-F865-7F00-6FBD34D6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1E61A-C1CF-5EA8-F3F2-C0C9ECB2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65261-AB23-A5B1-151B-6CF162D2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73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10D4-F58B-E514-08D2-E0EA2098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3C8D1-9E69-E58F-9C7C-31BBE5C95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9F613-84C8-3191-F8C9-AB319B8E9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EEA01-A366-605F-3906-CE412C0C7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F8CB6-1148-CB47-184F-2C2090434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68983-9C9F-5E28-EFE0-C6C4DDC5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E9543B-D8EC-162F-8A5E-D1479849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2C7BF-E7B4-9A6F-8A96-0A76D3CC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74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0388-A61B-DB39-7020-917B095A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5E92B6-D89D-81DD-F140-549B5860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67360-B234-18B0-BB79-A30DFE4B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D0738-E5B7-680F-57B6-A5303FD2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46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B2681-8080-FE69-BA43-8CFBB364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AC759-E3C9-B913-1D5F-7E36996C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75357-EAE0-B2F1-6CA1-F36147CE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42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F3A6-49D9-1FB3-3E97-64585E30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F746-184E-AC19-35B4-CFA1DB6CF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C5E9D-FBEA-D397-2D34-42B9B13A5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30117-5365-AFC2-015E-B46ADE41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4F8A1-0B99-BFBF-8E0A-7338B8B9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FB02E-6BCC-868C-CB87-E349FED86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71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6508-1979-CBF6-ED0A-E7C6F6E82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E866DB-505C-A84E-45A6-F2CCD62AB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6D09C-91DD-0174-5AB7-EECA96CCB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27AAD-337F-F9E5-A39E-713207FB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8ADD4-E714-4B0B-AAE6-FF31A50E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A8FB8-EBA3-30A7-C91F-01BACA27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84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ECBCF-339B-12A3-64E5-887FFCA1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A636C-5840-98E0-C12D-315A45962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3E9B7-C21B-D80B-E8F7-00FA457DB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59637-9905-209D-0AF1-C28740A1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B436F-ED3B-1EED-51C6-9DAB77FF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303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F7FD11-2C47-9E8B-C885-014E1F560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1C166-75B7-AEF5-B312-2957EE87F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DA3EE-3A54-3BE2-3B35-BA37B39F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0F09A-B10A-5526-89D9-F8899BB2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6723C-A44E-33B4-2F4E-33C0507C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118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1BFB6-0634-43E8-A9EC-7AD1236E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A5476-2263-EE50-462B-701AB1DEC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EDC50-1219-F3D9-FDFE-42CF9B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B9CC9-6948-78FF-37BA-DCE7499F7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1EFE1-F74B-E213-607E-79C8C1E15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3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D4344C-F25E-88D8-4AD5-C5865C2FC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421" y="0"/>
            <a:ext cx="9903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9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9EBD31-AF43-EF96-72AE-949B82795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55" y="0"/>
            <a:ext cx="99154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35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Osipov Michael</dc:creator>
  <cp:lastModifiedBy>Osipov Michael</cp:lastModifiedBy>
  <cp:revision>2</cp:revision>
  <dcterms:created xsi:type="dcterms:W3CDTF">2026-02-25T00:31:06Z</dcterms:created>
  <dcterms:modified xsi:type="dcterms:W3CDTF">2026-02-25T00:57:20Z</dcterms:modified>
</cp:coreProperties>
</file>