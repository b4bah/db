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145EF-1347-5F90-08B9-2A010C491E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20B2C7-695F-437E-C19B-1B52F87386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94A07D-C700-83A3-D87A-92BA680BD6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7CA75-3193-AD4D-B398-2855468A5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46161A-E7CD-37AD-3B6B-02BD534D79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4442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C4762F-E624-1BD3-AB26-F48732E95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62F484-9ADE-0745-9736-0CA41C02C4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FDF42E-2CD0-33F8-3A49-C97BAEC85C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2F113A-391D-62F5-0A6F-BB3CD848B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FF773A-CA9C-D4E2-C6B3-6B21A752C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992347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6FB518-0075-DAA0-D3F9-E2B7B1E4AC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3EBE5C-6871-6DCD-4065-F398D4536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3CCC21-72E6-A522-A758-894854742A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526127-F97E-C36C-9EB2-44B167F23B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64254C-BAAB-5426-2EDF-7E441A37F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5479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70D21E-EDC9-F790-8AA7-11E4D69DD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C20A49-8BDD-0268-CCEC-33AD6D328F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D1FCBE-6B47-6476-F233-EE3C080AFF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900F1A-F5D7-F865-7F00-6FBD34D6A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11E61A-C1CF-5EA8-F3F2-C0C9ECB25F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265261-AB23-A5B1-151B-6CF162D27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84735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9110D4-F58B-E514-08D2-E0EA209819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E03C8D1-9E69-E58F-9C7C-31BBE5C955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09F613-84C8-3191-F8C9-AB319B8E9F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FEEA01-A366-605F-3906-CE412C0C790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BF8CB6-1148-CB47-184F-2C2090434D6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68983-9C9F-5E28-EFE0-C6C4DDC588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E9543B-D8EC-162F-8A5E-D147984961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82C7BF-E7B4-9A6F-8A96-0A76D3CCCA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67485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00388-A61B-DB39-7020-917B095AD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5E92B6-D89D-81DD-F140-549B58603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3567360-B234-18B0-BB79-A30DFE4B07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2D0738-E5B7-680F-57B6-A5303FD27A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044683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9B2681-8080-FE69-BA43-8CFBB36408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7AC759-E3C9-B913-1D5F-7E36996C86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575357-EAE0-B2F1-6CA1-F36147CE1E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074296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2F3A6-49D9-1FB3-3E97-64585E3082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F746-184E-AC19-35B4-CFA1DB6CFB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CC5E9D-FBEA-D397-2D34-42B9B13A5D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630117-5365-AFC2-015E-B46ADE4196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F4F8A1-0B99-BFBF-8E0A-7338B8B90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FFB02E-6BCC-868C-CB87-E349FED86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967195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06508-1979-CBF6-ED0A-E7C6F6E826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E866DB-505C-A84E-45A6-F2CCD62AB5A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F6D09C-91DD-0174-5AB7-EECA96CCBC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527AAD-337F-F9E5-A39E-713207FB8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68ADD4-E714-4B0B-AAE6-FF31A50EC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AA8FB8-EBA3-30A7-C91F-01BACA272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36841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ECBCF-339B-12A3-64E5-887FFCA127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06A636C-5840-98E0-C12D-315A45962D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43E9B7-C21B-D80B-E8F7-00FA457DB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59637-9905-209D-0AF1-C28740A11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B436F-ED3B-1EED-51C6-9DAB77FF5A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43030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F7FD11-2C47-9E8B-C885-014E1F560B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F11C166-75B7-AEF5-B312-2957EE87FF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4DA3EE-3A54-3BE2-3B35-BA37B39F4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90F09A-B10A-5526-89D9-F8899BB2D4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36723C-A44E-33B4-2F4E-33C0507C6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61180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91BFB6-0634-43E8-A9EC-7AD1236E6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ru-R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A5476-2263-EE50-462B-701AB1DEC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ru-R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CEDC50-1219-F3D9-FDFE-42CF9B4ED2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6E596F-A2B1-40E5-B1C3-88E766EED720}" type="datetimeFigureOut">
              <a:rPr lang="ru-RU" smtClean="0"/>
              <a:t>25.02.2026</a:t>
            </a:fld>
            <a:endParaRPr lang="ru-R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7B9CC9-6948-78FF-37BA-DCE7499F739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E1EFE1-F74B-E213-607E-79C8C1E15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163CB8-3584-46ED-9C59-B687B1EA8DA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535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C91A7427-E23D-B683-ED03-85D1D2F50F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4421" y="0"/>
            <a:ext cx="990315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997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Osipov Michael</dc:creator>
  <cp:lastModifiedBy>Osipov Michael</cp:lastModifiedBy>
  <cp:revision>1</cp:revision>
  <dcterms:created xsi:type="dcterms:W3CDTF">2026-02-25T00:31:06Z</dcterms:created>
  <dcterms:modified xsi:type="dcterms:W3CDTF">2026-02-25T00:31:19Z</dcterms:modified>
</cp:coreProperties>
</file>